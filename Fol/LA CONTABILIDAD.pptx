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DB910-E854-2D2A-8CC5-144E13F9FB23}" v="2" dt="2026-02-02T14:13:49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PAZ MARTIN DIAZ" userId="S::mpazmd@educastur.org::cc29b6e3-9118-45cf-9857-9a5403c369d7" providerId="AD" clId="Web-{F42DB910-E854-2D2A-8CC5-144E13F9FB23}"/>
    <pc:docChg chg="modSld">
      <pc:chgData name="MARIA PAZ MARTIN DIAZ" userId="S::mpazmd@educastur.org::cc29b6e3-9118-45cf-9857-9a5403c369d7" providerId="AD" clId="Web-{F42DB910-E854-2D2A-8CC5-144E13F9FB23}" dt="2026-02-02T14:13:49.035" v="1" actId="20577"/>
      <pc:docMkLst>
        <pc:docMk/>
      </pc:docMkLst>
      <pc:sldChg chg="modSp">
        <pc:chgData name="MARIA PAZ MARTIN DIAZ" userId="S::mpazmd@educastur.org::cc29b6e3-9118-45cf-9857-9a5403c369d7" providerId="AD" clId="Web-{F42DB910-E854-2D2A-8CC5-144E13F9FB23}" dt="2026-02-02T14:13:49.035" v="1" actId="20577"/>
        <pc:sldMkLst>
          <pc:docMk/>
          <pc:sldMk cId="3766566523" sldId="261"/>
        </pc:sldMkLst>
        <pc:spChg chg="mod">
          <ac:chgData name="MARIA PAZ MARTIN DIAZ" userId="S::mpazmd@educastur.org::cc29b6e3-9118-45cf-9857-9a5403c369d7" providerId="AD" clId="Web-{F42DB910-E854-2D2A-8CC5-144E13F9FB23}" dt="2026-02-02T14:13:49.035" v="1" actId="20577"/>
          <ac:spMkLst>
            <pc:docMk/>
            <pc:sldMk cId="3766566523" sldId="261"/>
            <ac:spMk id="3" creationId="{00000000-0000-0000-0000-000000000000}"/>
          </ac:spMkLst>
        </pc:spChg>
      </pc:sldChg>
    </pc:docChg>
  </pc:docChgLst>
  <pc:docChgLst>
    <pc:chgData name="Joel Mata Rodríguez" userId="S::luh12152@educastur.es::eca6c471-3541-4b88-8c70-965f4ff50354" providerId="AD" clId="Web-{542FB27D-DF95-179D-29AF-FAD07CD6E8DE}"/>
    <pc:docChg chg="modSld">
      <pc:chgData name="Joel Mata Rodríguez" userId="S::luh12152@educastur.es::eca6c471-3541-4b88-8c70-965f4ff50354" providerId="AD" clId="Web-{542FB27D-DF95-179D-29AF-FAD07CD6E8DE}" dt="2026-02-02T14:30:57.494" v="0" actId="1076"/>
      <pc:docMkLst>
        <pc:docMk/>
      </pc:docMkLst>
      <pc:sldChg chg="modSp">
        <pc:chgData name="Joel Mata Rodríguez" userId="S::luh12152@educastur.es::eca6c471-3541-4b88-8c70-965f4ff50354" providerId="AD" clId="Web-{542FB27D-DF95-179D-29AF-FAD07CD6E8DE}" dt="2026-02-02T14:30:57.494" v="0" actId="1076"/>
        <pc:sldMkLst>
          <pc:docMk/>
          <pc:sldMk cId="1259119732" sldId="258"/>
        </pc:sldMkLst>
        <pc:graphicFrameChg chg="mod">
          <ac:chgData name="Joel Mata Rodríguez" userId="S::luh12152@educastur.es::eca6c471-3541-4b88-8c70-965f4ff50354" providerId="AD" clId="Web-{542FB27D-DF95-179D-29AF-FAD07CD6E8DE}" dt="2026-02-02T14:30:57.494" v="0" actId="1076"/>
          <ac:graphicFrameMkLst>
            <pc:docMk/>
            <pc:sldMk cId="1259119732" sldId="258"/>
            <ac:graphicFrameMk id="4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E6003B-F246-452A-9C03-186789E73E55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D8DDDFD-F794-421B-95F4-FC0A74BB4CBA}">
      <dgm:prSet phldrT="[Texto]"/>
      <dgm:spPr/>
      <dgm:t>
        <a:bodyPr/>
        <a:lstStyle/>
        <a:p>
          <a:r>
            <a:rPr lang="es-ES"/>
            <a:t>ACTIVO</a:t>
          </a:r>
        </a:p>
      </dgm:t>
    </dgm:pt>
    <dgm:pt modelId="{D81959AC-6C81-4664-8B9A-EFCEC3B19588}" type="parTrans" cxnId="{63C48398-BB03-4F4B-8A9B-39F2AA56D86C}">
      <dgm:prSet/>
      <dgm:spPr/>
      <dgm:t>
        <a:bodyPr/>
        <a:lstStyle/>
        <a:p>
          <a:endParaRPr lang="es-ES"/>
        </a:p>
      </dgm:t>
    </dgm:pt>
    <dgm:pt modelId="{4D481A01-C649-46D3-B1B7-3732E5060E7E}" type="sibTrans" cxnId="{63C48398-BB03-4F4B-8A9B-39F2AA56D86C}">
      <dgm:prSet/>
      <dgm:spPr/>
      <dgm:t>
        <a:bodyPr/>
        <a:lstStyle/>
        <a:p>
          <a:endParaRPr lang="es-ES"/>
        </a:p>
      </dgm:t>
    </dgm:pt>
    <dgm:pt modelId="{F87EEC81-6172-4095-AD1B-89FCE870E9BD}">
      <dgm:prSet phldrT="[Texto]"/>
      <dgm:spPr/>
      <dgm:t>
        <a:bodyPr/>
        <a:lstStyle/>
        <a:p>
          <a:r>
            <a:rPr lang="es-ES"/>
            <a:t>Bienes</a:t>
          </a:r>
        </a:p>
      </dgm:t>
    </dgm:pt>
    <dgm:pt modelId="{499A0B8C-AE6D-4F5F-B8C6-658568557B7D}" type="parTrans" cxnId="{6D678CC1-80B4-46FB-BF97-898CEFD7E0E9}">
      <dgm:prSet/>
      <dgm:spPr/>
      <dgm:t>
        <a:bodyPr/>
        <a:lstStyle/>
        <a:p>
          <a:endParaRPr lang="es-ES"/>
        </a:p>
      </dgm:t>
    </dgm:pt>
    <dgm:pt modelId="{2C8C3312-DDF4-49AE-B904-250E8FB1411E}" type="sibTrans" cxnId="{6D678CC1-80B4-46FB-BF97-898CEFD7E0E9}">
      <dgm:prSet/>
      <dgm:spPr/>
      <dgm:t>
        <a:bodyPr/>
        <a:lstStyle/>
        <a:p>
          <a:endParaRPr lang="es-ES"/>
        </a:p>
      </dgm:t>
    </dgm:pt>
    <dgm:pt modelId="{75BCDD55-C64B-4B82-8B9F-43C8F11C0658}">
      <dgm:prSet phldrT="[Texto]"/>
      <dgm:spPr/>
      <dgm:t>
        <a:bodyPr/>
        <a:lstStyle/>
        <a:p>
          <a:r>
            <a:rPr lang="es-ES"/>
            <a:t>Derechos</a:t>
          </a:r>
        </a:p>
      </dgm:t>
    </dgm:pt>
    <dgm:pt modelId="{DC023AC3-6523-4E68-BB02-27192BEF5487}" type="parTrans" cxnId="{F75A4FC0-E8D8-419E-82C2-99E0DFBBB2CE}">
      <dgm:prSet/>
      <dgm:spPr/>
      <dgm:t>
        <a:bodyPr/>
        <a:lstStyle/>
        <a:p>
          <a:endParaRPr lang="es-ES"/>
        </a:p>
      </dgm:t>
    </dgm:pt>
    <dgm:pt modelId="{CFE8800E-1830-4D8A-B353-C716E4F15D50}" type="sibTrans" cxnId="{F75A4FC0-E8D8-419E-82C2-99E0DFBBB2CE}">
      <dgm:prSet/>
      <dgm:spPr/>
      <dgm:t>
        <a:bodyPr/>
        <a:lstStyle/>
        <a:p>
          <a:endParaRPr lang="es-ES"/>
        </a:p>
      </dgm:t>
    </dgm:pt>
    <dgm:pt modelId="{97B72918-D7C5-48F6-A614-30186E90E623}">
      <dgm:prSet phldrT="[Texto]"/>
      <dgm:spPr/>
      <dgm:t>
        <a:bodyPr/>
        <a:lstStyle/>
        <a:p>
          <a:r>
            <a:rPr lang="es-ES"/>
            <a:t>Patrimonio neto</a:t>
          </a:r>
        </a:p>
        <a:p>
          <a:r>
            <a:rPr lang="es-ES"/>
            <a:t>(Valor contable de la empresa)</a:t>
          </a:r>
        </a:p>
      </dgm:t>
    </dgm:pt>
    <dgm:pt modelId="{05D14DA9-5437-4015-91A6-6A73B6393517}" type="parTrans" cxnId="{8F7DFB5D-968E-465C-BA73-29947D899C28}">
      <dgm:prSet/>
      <dgm:spPr/>
      <dgm:t>
        <a:bodyPr/>
        <a:lstStyle/>
        <a:p>
          <a:endParaRPr lang="es-ES"/>
        </a:p>
      </dgm:t>
    </dgm:pt>
    <dgm:pt modelId="{C739B104-8D5A-4B59-9824-3E9089E6B64A}" type="sibTrans" cxnId="{8F7DFB5D-968E-465C-BA73-29947D899C28}">
      <dgm:prSet/>
      <dgm:spPr/>
      <dgm:t>
        <a:bodyPr/>
        <a:lstStyle/>
        <a:p>
          <a:endParaRPr lang="es-ES"/>
        </a:p>
      </dgm:t>
    </dgm:pt>
    <dgm:pt modelId="{11678EC8-7CD9-4C13-8EFC-2405EEED5514}">
      <dgm:prSet phldrT="[Texto]"/>
      <dgm:spPr/>
      <dgm:t>
        <a:bodyPr/>
        <a:lstStyle/>
        <a:p>
          <a:r>
            <a:rPr lang="es-ES"/>
            <a:t>Pasivo (deudas)</a:t>
          </a:r>
        </a:p>
      </dgm:t>
    </dgm:pt>
    <dgm:pt modelId="{A9C87AB8-7468-4A1D-8130-430DD20E4A32}" type="parTrans" cxnId="{CEE2FB1F-3F0C-43B5-929F-8F97C740C076}">
      <dgm:prSet/>
      <dgm:spPr/>
      <dgm:t>
        <a:bodyPr/>
        <a:lstStyle/>
        <a:p>
          <a:endParaRPr lang="es-ES"/>
        </a:p>
      </dgm:t>
    </dgm:pt>
    <dgm:pt modelId="{6303BBEA-E208-41BD-A5E1-15E18024FED0}" type="sibTrans" cxnId="{CEE2FB1F-3F0C-43B5-929F-8F97C740C076}">
      <dgm:prSet/>
      <dgm:spPr/>
      <dgm:t>
        <a:bodyPr/>
        <a:lstStyle/>
        <a:p>
          <a:endParaRPr lang="es-ES"/>
        </a:p>
      </dgm:t>
    </dgm:pt>
    <dgm:pt modelId="{1F005018-1DC5-41AF-A4FD-931EF028C454}">
      <dgm:prSet phldrT="[Texto]"/>
      <dgm:spPr/>
      <dgm:t>
        <a:bodyPr/>
        <a:lstStyle/>
        <a:p>
          <a:r>
            <a:rPr lang="es-ES"/>
            <a:t>PASIVO</a:t>
          </a:r>
        </a:p>
      </dgm:t>
    </dgm:pt>
    <dgm:pt modelId="{0E32FE9A-58E5-404E-80B1-91E6289070B2}" type="sibTrans" cxnId="{ADD5B706-60EF-4DBA-A101-37A24426AAAB}">
      <dgm:prSet/>
      <dgm:spPr/>
      <dgm:t>
        <a:bodyPr/>
        <a:lstStyle/>
        <a:p>
          <a:endParaRPr lang="es-ES"/>
        </a:p>
      </dgm:t>
    </dgm:pt>
    <dgm:pt modelId="{45599ED1-6034-499D-9EDE-07AF54C21F68}" type="parTrans" cxnId="{ADD5B706-60EF-4DBA-A101-37A24426AAAB}">
      <dgm:prSet/>
      <dgm:spPr/>
      <dgm:t>
        <a:bodyPr/>
        <a:lstStyle/>
        <a:p>
          <a:endParaRPr lang="es-ES"/>
        </a:p>
      </dgm:t>
    </dgm:pt>
    <dgm:pt modelId="{1F4AFD9A-222E-4116-9C70-DEBA32B25611}" type="pres">
      <dgm:prSet presAssocID="{89E6003B-F246-452A-9C03-186789E73E55}" presName="theList" presStyleCnt="0">
        <dgm:presLayoutVars>
          <dgm:dir/>
          <dgm:animLvl val="lvl"/>
          <dgm:resizeHandles val="exact"/>
        </dgm:presLayoutVars>
      </dgm:prSet>
      <dgm:spPr/>
    </dgm:pt>
    <dgm:pt modelId="{98256D3B-B03B-40DB-826F-808A1FB370DD}" type="pres">
      <dgm:prSet presAssocID="{3D8DDDFD-F794-421B-95F4-FC0A74BB4CBA}" presName="compNode" presStyleCnt="0"/>
      <dgm:spPr/>
    </dgm:pt>
    <dgm:pt modelId="{8378F2CF-AE8F-4E06-B42D-68146418046C}" type="pres">
      <dgm:prSet presAssocID="{3D8DDDFD-F794-421B-95F4-FC0A74BB4CBA}" presName="aNode" presStyleLbl="bgShp" presStyleIdx="0" presStyleCnt="2"/>
      <dgm:spPr/>
    </dgm:pt>
    <dgm:pt modelId="{E4DC6D39-F1BC-4105-8953-59983839ED2E}" type="pres">
      <dgm:prSet presAssocID="{3D8DDDFD-F794-421B-95F4-FC0A74BB4CBA}" presName="textNode" presStyleLbl="bgShp" presStyleIdx="0" presStyleCnt="2"/>
      <dgm:spPr/>
    </dgm:pt>
    <dgm:pt modelId="{14A31D8B-2985-4243-A408-DDFA1A13887B}" type="pres">
      <dgm:prSet presAssocID="{3D8DDDFD-F794-421B-95F4-FC0A74BB4CBA}" presName="compChildNode" presStyleCnt="0"/>
      <dgm:spPr/>
    </dgm:pt>
    <dgm:pt modelId="{D707EACD-A6B5-4493-A6FD-A4D5A316C4B6}" type="pres">
      <dgm:prSet presAssocID="{3D8DDDFD-F794-421B-95F4-FC0A74BB4CBA}" presName="theInnerList" presStyleCnt="0"/>
      <dgm:spPr/>
    </dgm:pt>
    <dgm:pt modelId="{4BEB2360-A63D-43C1-8B59-85CE51675771}" type="pres">
      <dgm:prSet presAssocID="{F87EEC81-6172-4095-AD1B-89FCE870E9BD}" presName="childNode" presStyleLbl="node1" presStyleIdx="0" presStyleCnt="4">
        <dgm:presLayoutVars>
          <dgm:bulletEnabled val="1"/>
        </dgm:presLayoutVars>
      </dgm:prSet>
      <dgm:spPr/>
    </dgm:pt>
    <dgm:pt modelId="{9EFB257D-7017-4A11-9723-07CA771FA29B}" type="pres">
      <dgm:prSet presAssocID="{F87EEC81-6172-4095-AD1B-89FCE870E9BD}" presName="aSpace2" presStyleCnt="0"/>
      <dgm:spPr/>
    </dgm:pt>
    <dgm:pt modelId="{7F091850-A88D-4301-A737-CCA4948AC503}" type="pres">
      <dgm:prSet presAssocID="{75BCDD55-C64B-4B82-8B9F-43C8F11C0658}" presName="childNode" presStyleLbl="node1" presStyleIdx="1" presStyleCnt="4">
        <dgm:presLayoutVars>
          <dgm:bulletEnabled val="1"/>
        </dgm:presLayoutVars>
      </dgm:prSet>
      <dgm:spPr/>
    </dgm:pt>
    <dgm:pt modelId="{E7DF1371-1130-4F4D-A963-544AD439FCD4}" type="pres">
      <dgm:prSet presAssocID="{3D8DDDFD-F794-421B-95F4-FC0A74BB4CBA}" presName="aSpace" presStyleCnt="0"/>
      <dgm:spPr/>
    </dgm:pt>
    <dgm:pt modelId="{F2F48467-405B-400F-954C-4E694E2BE841}" type="pres">
      <dgm:prSet presAssocID="{1F005018-1DC5-41AF-A4FD-931EF028C454}" presName="compNode" presStyleCnt="0"/>
      <dgm:spPr/>
    </dgm:pt>
    <dgm:pt modelId="{E2A01843-EF63-452A-8B5D-2690334E764C}" type="pres">
      <dgm:prSet presAssocID="{1F005018-1DC5-41AF-A4FD-931EF028C454}" presName="aNode" presStyleLbl="bgShp" presStyleIdx="1" presStyleCnt="2"/>
      <dgm:spPr/>
    </dgm:pt>
    <dgm:pt modelId="{47CCD921-D242-48A2-956D-0391C0725FFC}" type="pres">
      <dgm:prSet presAssocID="{1F005018-1DC5-41AF-A4FD-931EF028C454}" presName="textNode" presStyleLbl="bgShp" presStyleIdx="1" presStyleCnt="2"/>
      <dgm:spPr/>
    </dgm:pt>
    <dgm:pt modelId="{511CA4FD-1759-4E7D-82CE-26507E3547E0}" type="pres">
      <dgm:prSet presAssocID="{1F005018-1DC5-41AF-A4FD-931EF028C454}" presName="compChildNode" presStyleCnt="0"/>
      <dgm:spPr/>
    </dgm:pt>
    <dgm:pt modelId="{94C75269-0B82-4842-9C38-BA0D1661CA2C}" type="pres">
      <dgm:prSet presAssocID="{1F005018-1DC5-41AF-A4FD-931EF028C454}" presName="theInnerList" presStyleCnt="0"/>
      <dgm:spPr/>
    </dgm:pt>
    <dgm:pt modelId="{E5604C54-2A27-432F-944A-DC62473127B2}" type="pres">
      <dgm:prSet presAssocID="{97B72918-D7C5-48F6-A614-30186E90E623}" presName="childNode" presStyleLbl="node1" presStyleIdx="2" presStyleCnt="4">
        <dgm:presLayoutVars>
          <dgm:bulletEnabled val="1"/>
        </dgm:presLayoutVars>
      </dgm:prSet>
      <dgm:spPr/>
    </dgm:pt>
    <dgm:pt modelId="{838CEB69-CD3F-4257-9F98-4AFBF610DA9D}" type="pres">
      <dgm:prSet presAssocID="{97B72918-D7C5-48F6-A614-30186E90E623}" presName="aSpace2" presStyleCnt="0"/>
      <dgm:spPr/>
    </dgm:pt>
    <dgm:pt modelId="{CF3DC780-9705-46ED-BD46-D7BCD79E7BFA}" type="pres">
      <dgm:prSet presAssocID="{11678EC8-7CD9-4C13-8EFC-2405EEED5514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ADD5B706-60EF-4DBA-A101-37A24426AAAB}" srcId="{89E6003B-F246-452A-9C03-186789E73E55}" destId="{1F005018-1DC5-41AF-A4FD-931EF028C454}" srcOrd="1" destOrd="0" parTransId="{45599ED1-6034-499D-9EDE-07AF54C21F68}" sibTransId="{0E32FE9A-58E5-404E-80B1-91E6289070B2}"/>
    <dgm:cxn modelId="{CEE2FB1F-3F0C-43B5-929F-8F97C740C076}" srcId="{1F005018-1DC5-41AF-A4FD-931EF028C454}" destId="{11678EC8-7CD9-4C13-8EFC-2405EEED5514}" srcOrd="1" destOrd="0" parTransId="{A9C87AB8-7468-4A1D-8130-430DD20E4A32}" sibTransId="{6303BBEA-E208-41BD-A5E1-15E18024FED0}"/>
    <dgm:cxn modelId="{A27A2A3C-D6DB-4AF6-802F-88A54B552DE3}" type="presOf" srcId="{1F005018-1DC5-41AF-A4FD-931EF028C454}" destId="{E2A01843-EF63-452A-8B5D-2690334E764C}" srcOrd="0" destOrd="0" presId="urn:microsoft.com/office/officeart/2005/8/layout/lProcess2"/>
    <dgm:cxn modelId="{356DF33E-165A-46EB-BD3E-7E13DC000147}" type="presOf" srcId="{3D8DDDFD-F794-421B-95F4-FC0A74BB4CBA}" destId="{E4DC6D39-F1BC-4105-8953-59983839ED2E}" srcOrd="1" destOrd="0" presId="urn:microsoft.com/office/officeart/2005/8/layout/lProcess2"/>
    <dgm:cxn modelId="{46C52D40-03E7-4586-AFB3-E3443AB153DA}" type="presOf" srcId="{75BCDD55-C64B-4B82-8B9F-43C8F11C0658}" destId="{7F091850-A88D-4301-A737-CCA4948AC503}" srcOrd="0" destOrd="0" presId="urn:microsoft.com/office/officeart/2005/8/layout/lProcess2"/>
    <dgm:cxn modelId="{8F7DFB5D-968E-465C-BA73-29947D899C28}" srcId="{1F005018-1DC5-41AF-A4FD-931EF028C454}" destId="{97B72918-D7C5-48F6-A614-30186E90E623}" srcOrd="0" destOrd="0" parTransId="{05D14DA9-5437-4015-91A6-6A73B6393517}" sibTransId="{C739B104-8D5A-4B59-9824-3E9089E6B64A}"/>
    <dgm:cxn modelId="{75299179-FD54-423A-82F9-B1D71E51B583}" type="presOf" srcId="{1F005018-1DC5-41AF-A4FD-931EF028C454}" destId="{47CCD921-D242-48A2-956D-0391C0725FFC}" srcOrd="1" destOrd="0" presId="urn:microsoft.com/office/officeart/2005/8/layout/lProcess2"/>
    <dgm:cxn modelId="{4A34828B-2C64-4E90-A0C7-94F50B7B3DDB}" type="presOf" srcId="{F87EEC81-6172-4095-AD1B-89FCE870E9BD}" destId="{4BEB2360-A63D-43C1-8B59-85CE51675771}" srcOrd="0" destOrd="0" presId="urn:microsoft.com/office/officeart/2005/8/layout/lProcess2"/>
    <dgm:cxn modelId="{18E3C092-743D-4416-8224-BB3ECD68DFDD}" type="presOf" srcId="{11678EC8-7CD9-4C13-8EFC-2405EEED5514}" destId="{CF3DC780-9705-46ED-BD46-D7BCD79E7BFA}" srcOrd="0" destOrd="0" presId="urn:microsoft.com/office/officeart/2005/8/layout/lProcess2"/>
    <dgm:cxn modelId="{29B58693-BF93-4B54-854B-1A762306A570}" type="presOf" srcId="{97B72918-D7C5-48F6-A614-30186E90E623}" destId="{E5604C54-2A27-432F-944A-DC62473127B2}" srcOrd="0" destOrd="0" presId="urn:microsoft.com/office/officeart/2005/8/layout/lProcess2"/>
    <dgm:cxn modelId="{63C48398-BB03-4F4B-8A9B-39F2AA56D86C}" srcId="{89E6003B-F246-452A-9C03-186789E73E55}" destId="{3D8DDDFD-F794-421B-95F4-FC0A74BB4CBA}" srcOrd="0" destOrd="0" parTransId="{D81959AC-6C81-4664-8B9A-EFCEC3B19588}" sibTransId="{4D481A01-C649-46D3-B1B7-3732E5060E7E}"/>
    <dgm:cxn modelId="{F75A4FC0-E8D8-419E-82C2-99E0DFBBB2CE}" srcId="{3D8DDDFD-F794-421B-95F4-FC0A74BB4CBA}" destId="{75BCDD55-C64B-4B82-8B9F-43C8F11C0658}" srcOrd="1" destOrd="0" parTransId="{DC023AC3-6523-4E68-BB02-27192BEF5487}" sibTransId="{CFE8800E-1830-4D8A-B353-C716E4F15D50}"/>
    <dgm:cxn modelId="{6D678CC1-80B4-46FB-BF97-898CEFD7E0E9}" srcId="{3D8DDDFD-F794-421B-95F4-FC0A74BB4CBA}" destId="{F87EEC81-6172-4095-AD1B-89FCE870E9BD}" srcOrd="0" destOrd="0" parTransId="{499A0B8C-AE6D-4F5F-B8C6-658568557B7D}" sibTransId="{2C8C3312-DDF4-49AE-B904-250E8FB1411E}"/>
    <dgm:cxn modelId="{448381C6-660A-44D7-8026-3A724BBC8E50}" type="presOf" srcId="{89E6003B-F246-452A-9C03-186789E73E55}" destId="{1F4AFD9A-222E-4116-9C70-DEBA32B25611}" srcOrd="0" destOrd="0" presId="urn:microsoft.com/office/officeart/2005/8/layout/lProcess2"/>
    <dgm:cxn modelId="{1C8CBBE5-6BC8-44B4-8871-A3E3B9C46928}" type="presOf" srcId="{3D8DDDFD-F794-421B-95F4-FC0A74BB4CBA}" destId="{8378F2CF-AE8F-4E06-B42D-68146418046C}" srcOrd="0" destOrd="0" presId="urn:microsoft.com/office/officeart/2005/8/layout/lProcess2"/>
    <dgm:cxn modelId="{12F3CE7B-4386-473B-8E48-C727E9889184}" type="presParOf" srcId="{1F4AFD9A-222E-4116-9C70-DEBA32B25611}" destId="{98256D3B-B03B-40DB-826F-808A1FB370DD}" srcOrd="0" destOrd="0" presId="urn:microsoft.com/office/officeart/2005/8/layout/lProcess2"/>
    <dgm:cxn modelId="{6C022E99-C8EF-4B09-B07F-9431E8487F1F}" type="presParOf" srcId="{98256D3B-B03B-40DB-826F-808A1FB370DD}" destId="{8378F2CF-AE8F-4E06-B42D-68146418046C}" srcOrd="0" destOrd="0" presId="urn:microsoft.com/office/officeart/2005/8/layout/lProcess2"/>
    <dgm:cxn modelId="{F41184AC-4C46-4671-812A-E28B6C6D59F3}" type="presParOf" srcId="{98256D3B-B03B-40DB-826F-808A1FB370DD}" destId="{E4DC6D39-F1BC-4105-8953-59983839ED2E}" srcOrd="1" destOrd="0" presId="urn:microsoft.com/office/officeart/2005/8/layout/lProcess2"/>
    <dgm:cxn modelId="{CB5D1BEB-647E-49DF-9565-4AA0D0AC7FD4}" type="presParOf" srcId="{98256D3B-B03B-40DB-826F-808A1FB370DD}" destId="{14A31D8B-2985-4243-A408-DDFA1A13887B}" srcOrd="2" destOrd="0" presId="urn:microsoft.com/office/officeart/2005/8/layout/lProcess2"/>
    <dgm:cxn modelId="{BF9939FF-05B0-44D5-8D22-927595A80F7F}" type="presParOf" srcId="{14A31D8B-2985-4243-A408-DDFA1A13887B}" destId="{D707EACD-A6B5-4493-A6FD-A4D5A316C4B6}" srcOrd="0" destOrd="0" presId="urn:microsoft.com/office/officeart/2005/8/layout/lProcess2"/>
    <dgm:cxn modelId="{45B8A6E1-B890-4776-A4E9-BC138557A2BF}" type="presParOf" srcId="{D707EACD-A6B5-4493-A6FD-A4D5A316C4B6}" destId="{4BEB2360-A63D-43C1-8B59-85CE51675771}" srcOrd="0" destOrd="0" presId="urn:microsoft.com/office/officeart/2005/8/layout/lProcess2"/>
    <dgm:cxn modelId="{B39B06BE-58D8-406F-9BA1-F16054B66644}" type="presParOf" srcId="{D707EACD-A6B5-4493-A6FD-A4D5A316C4B6}" destId="{9EFB257D-7017-4A11-9723-07CA771FA29B}" srcOrd="1" destOrd="0" presId="urn:microsoft.com/office/officeart/2005/8/layout/lProcess2"/>
    <dgm:cxn modelId="{E32A7E34-E861-4D2B-ADA3-17680513D8BA}" type="presParOf" srcId="{D707EACD-A6B5-4493-A6FD-A4D5A316C4B6}" destId="{7F091850-A88D-4301-A737-CCA4948AC503}" srcOrd="2" destOrd="0" presId="urn:microsoft.com/office/officeart/2005/8/layout/lProcess2"/>
    <dgm:cxn modelId="{54DA44F8-72C4-4ED0-96B6-7E8DA95EE59D}" type="presParOf" srcId="{1F4AFD9A-222E-4116-9C70-DEBA32B25611}" destId="{E7DF1371-1130-4F4D-A963-544AD439FCD4}" srcOrd="1" destOrd="0" presId="urn:microsoft.com/office/officeart/2005/8/layout/lProcess2"/>
    <dgm:cxn modelId="{3203725B-9274-48A2-A0CF-06661D28AA97}" type="presParOf" srcId="{1F4AFD9A-222E-4116-9C70-DEBA32B25611}" destId="{F2F48467-405B-400F-954C-4E694E2BE841}" srcOrd="2" destOrd="0" presId="urn:microsoft.com/office/officeart/2005/8/layout/lProcess2"/>
    <dgm:cxn modelId="{D4B2E596-D126-424F-B054-1BCD34E74F88}" type="presParOf" srcId="{F2F48467-405B-400F-954C-4E694E2BE841}" destId="{E2A01843-EF63-452A-8B5D-2690334E764C}" srcOrd="0" destOrd="0" presId="urn:microsoft.com/office/officeart/2005/8/layout/lProcess2"/>
    <dgm:cxn modelId="{B17404AF-8F82-4DB6-92CB-299414D362C8}" type="presParOf" srcId="{F2F48467-405B-400F-954C-4E694E2BE841}" destId="{47CCD921-D242-48A2-956D-0391C0725FFC}" srcOrd="1" destOrd="0" presId="urn:microsoft.com/office/officeart/2005/8/layout/lProcess2"/>
    <dgm:cxn modelId="{E8231C5D-FE5A-4826-AE6A-6B58B3B25D2D}" type="presParOf" srcId="{F2F48467-405B-400F-954C-4E694E2BE841}" destId="{511CA4FD-1759-4E7D-82CE-26507E3547E0}" srcOrd="2" destOrd="0" presId="urn:microsoft.com/office/officeart/2005/8/layout/lProcess2"/>
    <dgm:cxn modelId="{52DDF639-E4E8-47E8-A22D-672690674554}" type="presParOf" srcId="{511CA4FD-1759-4E7D-82CE-26507E3547E0}" destId="{94C75269-0B82-4842-9C38-BA0D1661CA2C}" srcOrd="0" destOrd="0" presId="urn:microsoft.com/office/officeart/2005/8/layout/lProcess2"/>
    <dgm:cxn modelId="{13FDA6B1-7848-466A-9ED3-85D2844C8446}" type="presParOf" srcId="{94C75269-0B82-4842-9C38-BA0D1661CA2C}" destId="{E5604C54-2A27-432F-944A-DC62473127B2}" srcOrd="0" destOrd="0" presId="urn:microsoft.com/office/officeart/2005/8/layout/lProcess2"/>
    <dgm:cxn modelId="{D8DEE7D5-77B4-4F84-80D6-9B2238428007}" type="presParOf" srcId="{94C75269-0B82-4842-9C38-BA0D1661CA2C}" destId="{838CEB69-CD3F-4257-9F98-4AFBF610DA9D}" srcOrd="1" destOrd="0" presId="urn:microsoft.com/office/officeart/2005/8/layout/lProcess2"/>
    <dgm:cxn modelId="{E7B2CF8F-B6C8-4B80-9ACE-A1C13F417ADB}" type="presParOf" srcId="{94C75269-0B82-4842-9C38-BA0D1661CA2C}" destId="{CF3DC780-9705-46ED-BD46-D7BCD79E7BFA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63C2E0-D5BD-4AD8-AF89-238DF53E1F1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3C11628-F4C1-4EC6-AC63-EA267AD5D872}">
      <dgm:prSet phldrT="[Texto]"/>
      <dgm:spPr/>
      <dgm:t>
        <a:bodyPr/>
        <a:lstStyle/>
        <a:p>
          <a:r>
            <a:rPr lang="es-ES"/>
            <a:t>ACTIVO NO CORRIENTE</a:t>
          </a:r>
        </a:p>
      </dgm:t>
    </dgm:pt>
    <dgm:pt modelId="{20FFEB3E-B955-4772-8C8F-5BE2DE180ED6}" type="parTrans" cxnId="{FE0FBEDB-28A0-41FB-B468-3B9CB43E9965}">
      <dgm:prSet/>
      <dgm:spPr/>
      <dgm:t>
        <a:bodyPr/>
        <a:lstStyle/>
        <a:p>
          <a:endParaRPr lang="es-ES"/>
        </a:p>
      </dgm:t>
    </dgm:pt>
    <dgm:pt modelId="{15E3BF45-5AA0-487B-A75A-B1D031045158}" type="sibTrans" cxnId="{FE0FBEDB-28A0-41FB-B468-3B9CB43E9965}">
      <dgm:prSet/>
      <dgm:spPr/>
      <dgm:t>
        <a:bodyPr/>
        <a:lstStyle/>
        <a:p>
          <a:endParaRPr lang="es-ES"/>
        </a:p>
      </dgm:t>
    </dgm:pt>
    <dgm:pt modelId="{638CA45C-4F67-478E-9B59-3142693D1DF7}">
      <dgm:prSet phldrT="[Texto]"/>
      <dgm:spPr/>
      <dgm:t>
        <a:bodyPr/>
        <a:lstStyle/>
        <a:p>
          <a:r>
            <a:rPr lang="es-ES"/>
            <a:t>Terrenos</a:t>
          </a:r>
        </a:p>
      </dgm:t>
    </dgm:pt>
    <dgm:pt modelId="{63CCC5CC-72BE-49CF-8B9B-092D064B4A5D}" type="parTrans" cxnId="{23AD4498-2104-4BA6-9CD6-40B9BFAD1561}">
      <dgm:prSet/>
      <dgm:spPr/>
      <dgm:t>
        <a:bodyPr/>
        <a:lstStyle/>
        <a:p>
          <a:endParaRPr lang="es-ES"/>
        </a:p>
      </dgm:t>
    </dgm:pt>
    <dgm:pt modelId="{76BA039C-C069-4EB7-8B26-F2414193ADD1}" type="sibTrans" cxnId="{23AD4498-2104-4BA6-9CD6-40B9BFAD1561}">
      <dgm:prSet/>
      <dgm:spPr/>
      <dgm:t>
        <a:bodyPr/>
        <a:lstStyle/>
        <a:p>
          <a:endParaRPr lang="es-ES"/>
        </a:p>
      </dgm:t>
    </dgm:pt>
    <dgm:pt modelId="{9EC32CAC-81F1-4D48-B76D-AF82D82E258E}">
      <dgm:prSet phldrT="[Texto]"/>
      <dgm:spPr/>
      <dgm:t>
        <a:bodyPr/>
        <a:lstStyle/>
        <a:p>
          <a:r>
            <a:rPr lang="es-ES"/>
            <a:t>Maquinaria</a:t>
          </a:r>
        </a:p>
      </dgm:t>
    </dgm:pt>
    <dgm:pt modelId="{1E4BA933-175C-4EE9-8C91-942FF20A7415}" type="parTrans" cxnId="{2098FDC1-55DA-4549-BA8D-7DB69A24F3F6}">
      <dgm:prSet/>
      <dgm:spPr/>
      <dgm:t>
        <a:bodyPr/>
        <a:lstStyle/>
        <a:p>
          <a:endParaRPr lang="es-ES"/>
        </a:p>
      </dgm:t>
    </dgm:pt>
    <dgm:pt modelId="{F5FDA8E8-04B0-4B1F-B65E-386AB01B2B1E}" type="sibTrans" cxnId="{2098FDC1-55DA-4549-BA8D-7DB69A24F3F6}">
      <dgm:prSet/>
      <dgm:spPr/>
      <dgm:t>
        <a:bodyPr/>
        <a:lstStyle/>
        <a:p>
          <a:endParaRPr lang="es-ES"/>
        </a:p>
      </dgm:t>
    </dgm:pt>
    <dgm:pt modelId="{7B3F1C71-0B4E-4D99-8EFC-B8E25B74ACA8}">
      <dgm:prSet phldrT="[Texto]"/>
      <dgm:spPr/>
      <dgm:t>
        <a:bodyPr/>
        <a:lstStyle/>
        <a:p>
          <a:r>
            <a:rPr lang="es-ES"/>
            <a:t>EXISTENCIAS</a:t>
          </a:r>
        </a:p>
      </dgm:t>
    </dgm:pt>
    <dgm:pt modelId="{DD6CE754-9EE1-4F9F-AB8A-46C2F326C47D}" type="parTrans" cxnId="{FF60569D-BC94-4345-8CF3-11A08E810FF1}">
      <dgm:prSet/>
      <dgm:spPr/>
      <dgm:t>
        <a:bodyPr/>
        <a:lstStyle/>
        <a:p>
          <a:endParaRPr lang="es-ES"/>
        </a:p>
      </dgm:t>
    </dgm:pt>
    <dgm:pt modelId="{DCBC2059-6018-4AB5-B4D5-1FA0A3F10AE0}" type="sibTrans" cxnId="{FF60569D-BC94-4345-8CF3-11A08E810FF1}">
      <dgm:prSet/>
      <dgm:spPr/>
      <dgm:t>
        <a:bodyPr/>
        <a:lstStyle/>
        <a:p>
          <a:endParaRPr lang="es-ES"/>
        </a:p>
      </dgm:t>
    </dgm:pt>
    <dgm:pt modelId="{72068F2C-854E-493B-9163-D8BEC9328C4C}">
      <dgm:prSet phldrT="[Texto]"/>
      <dgm:spPr/>
      <dgm:t>
        <a:bodyPr/>
        <a:lstStyle/>
        <a:p>
          <a:r>
            <a:rPr lang="es-ES"/>
            <a:t>Mercaderías( artículos que se venden en la empresa sin transformar)</a:t>
          </a:r>
        </a:p>
      </dgm:t>
    </dgm:pt>
    <dgm:pt modelId="{3777CB73-A3DB-44E5-B290-1859F313C991}" type="parTrans" cxnId="{4C9FBFF0-9212-40A0-A574-BBDB95DBE5D8}">
      <dgm:prSet/>
      <dgm:spPr/>
      <dgm:t>
        <a:bodyPr/>
        <a:lstStyle/>
        <a:p>
          <a:endParaRPr lang="es-ES"/>
        </a:p>
      </dgm:t>
    </dgm:pt>
    <dgm:pt modelId="{38AF3D03-9ED7-4A6D-8896-62FA0C41FD54}" type="sibTrans" cxnId="{4C9FBFF0-9212-40A0-A574-BBDB95DBE5D8}">
      <dgm:prSet/>
      <dgm:spPr/>
      <dgm:t>
        <a:bodyPr/>
        <a:lstStyle/>
        <a:p>
          <a:endParaRPr lang="es-ES"/>
        </a:p>
      </dgm:t>
    </dgm:pt>
    <dgm:pt modelId="{09CA1AE8-5F8E-46A4-8A57-58BFB7F18BB1}">
      <dgm:prSet phldrT="[Texto]"/>
      <dgm:spPr/>
      <dgm:t>
        <a:bodyPr/>
        <a:lstStyle/>
        <a:p>
          <a:r>
            <a:rPr lang="es-ES"/>
            <a:t>Envases</a:t>
          </a:r>
        </a:p>
      </dgm:t>
    </dgm:pt>
    <dgm:pt modelId="{93633064-13F2-4259-A69E-A372DF2607D5}" type="parTrans" cxnId="{6D10C5A8-4F0D-4A8C-95A5-FEE909C0E106}">
      <dgm:prSet/>
      <dgm:spPr/>
      <dgm:t>
        <a:bodyPr/>
        <a:lstStyle/>
        <a:p>
          <a:endParaRPr lang="es-ES"/>
        </a:p>
      </dgm:t>
    </dgm:pt>
    <dgm:pt modelId="{34F6BD5A-E881-4821-BD27-0521E290409B}" type="sibTrans" cxnId="{6D10C5A8-4F0D-4A8C-95A5-FEE909C0E106}">
      <dgm:prSet/>
      <dgm:spPr/>
      <dgm:t>
        <a:bodyPr/>
        <a:lstStyle/>
        <a:p>
          <a:endParaRPr lang="es-ES"/>
        </a:p>
      </dgm:t>
    </dgm:pt>
    <dgm:pt modelId="{D52C3816-998C-4942-B78E-6571939A0D19}">
      <dgm:prSet phldrT="[Texto]"/>
      <dgm:spPr/>
      <dgm:t>
        <a:bodyPr/>
        <a:lstStyle/>
        <a:p>
          <a:r>
            <a:rPr lang="es-ES"/>
            <a:t>REALIZABLE</a:t>
          </a:r>
        </a:p>
      </dgm:t>
    </dgm:pt>
    <dgm:pt modelId="{1884D2D0-1EB5-491B-BE48-F94671299505}" type="parTrans" cxnId="{F4D2EDA1-5B2E-4742-A8E0-DD5E7515440A}">
      <dgm:prSet/>
      <dgm:spPr/>
      <dgm:t>
        <a:bodyPr/>
        <a:lstStyle/>
        <a:p>
          <a:endParaRPr lang="es-ES"/>
        </a:p>
      </dgm:t>
    </dgm:pt>
    <dgm:pt modelId="{1B7EAACE-944B-4C84-A305-79F12C6B4C29}" type="sibTrans" cxnId="{F4D2EDA1-5B2E-4742-A8E0-DD5E7515440A}">
      <dgm:prSet/>
      <dgm:spPr/>
      <dgm:t>
        <a:bodyPr/>
        <a:lstStyle/>
        <a:p>
          <a:endParaRPr lang="es-ES"/>
        </a:p>
      </dgm:t>
    </dgm:pt>
    <dgm:pt modelId="{00009F88-EFA3-42AF-93E7-DFFBE4710F1A}">
      <dgm:prSet phldrT="[Texto]"/>
      <dgm:spPr/>
      <dgm:t>
        <a:bodyPr/>
        <a:lstStyle/>
        <a:p>
          <a:r>
            <a:rPr lang="es-ES"/>
            <a:t>Clientes ( deudas de un cliente)</a:t>
          </a:r>
        </a:p>
      </dgm:t>
    </dgm:pt>
    <dgm:pt modelId="{BD550950-1511-416D-9A83-53C3B7F0A733}" type="parTrans" cxnId="{6B11E159-707B-4C59-B50C-FEFC6A0130BF}">
      <dgm:prSet/>
      <dgm:spPr/>
      <dgm:t>
        <a:bodyPr/>
        <a:lstStyle/>
        <a:p>
          <a:endParaRPr lang="es-ES"/>
        </a:p>
      </dgm:t>
    </dgm:pt>
    <dgm:pt modelId="{8DC00D68-4183-41B9-AF06-D06F964338BD}" type="sibTrans" cxnId="{6B11E159-707B-4C59-B50C-FEFC6A0130BF}">
      <dgm:prSet/>
      <dgm:spPr/>
      <dgm:t>
        <a:bodyPr/>
        <a:lstStyle/>
        <a:p>
          <a:endParaRPr lang="es-ES"/>
        </a:p>
      </dgm:t>
    </dgm:pt>
    <dgm:pt modelId="{578EF7DC-70EE-4FD4-BAE7-F13274D212DE}">
      <dgm:prSet phldrT="[Texto]"/>
      <dgm:spPr/>
      <dgm:t>
        <a:bodyPr/>
        <a:lstStyle/>
        <a:p>
          <a:r>
            <a:rPr lang="es-ES"/>
            <a:t>Otros deudores</a:t>
          </a:r>
        </a:p>
      </dgm:t>
    </dgm:pt>
    <dgm:pt modelId="{C2025A33-B892-4DFC-AAE6-EFB3F4A13A6C}" type="parTrans" cxnId="{7E295CAE-4E23-419A-B43A-39DB4F7E13F5}">
      <dgm:prSet/>
      <dgm:spPr/>
      <dgm:t>
        <a:bodyPr/>
        <a:lstStyle/>
        <a:p>
          <a:endParaRPr lang="es-ES"/>
        </a:p>
      </dgm:t>
    </dgm:pt>
    <dgm:pt modelId="{C46FA71B-054F-4E98-B0AD-BCC0F71FD5F7}" type="sibTrans" cxnId="{7E295CAE-4E23-419A-B43A-39DB4F7E13F5}">
      <dgm:prSet/>
      <dgm:spPr/>
      <dgm:t>
        <a:bodyPr/>
        <a:lstStyle/>
        <a:p>
          <a:endParaRPr lang="es-ES"/>
        </a:p>
      </dgm:t>
    </dgm:pt>
    <dgm:pt modelId="{5E5BEC36-40A0-4CC8-9199-16D04CF2C010}">
      <dgm:prSet/>
      <dgm:spPr/>
      <dgm:t>
        <a:bodyPr/>
        <a:lstStyle/>
        <a:p>
          <a:r>
            <a:rPr lang="es-ES"/>
            <a:t>DISPONIBLE</a:t>
          </a:r>
        </a:p>
      </dgm:t>
    </dgm:pt>
    <dgm:pt modelId="{5C3FF737-6A73-4DB7-9069-0F05B3184306}" type="parTrans" cxnId="{F01566BD-2B1B-4A38-B11A-2BE4D1968907}">
      <dgm:prSet/>
      <dgm:spPr/>
    </dgm:pt>
    <dgm:pt modelId="{4633EC89-F012-4624-B0EB-1AB6368D8007}" type="sibTrans" cxnId="{F01566BD-2B1B-4A38-B11A-2BE4D1968907}">
      <dgm:prSet/>
      <dgm:spPr/>
    </dgm:pt>
    <dgm:pt modelId="{83B07D4B-E513-4341-B699-6648E32E66AB}">
      <dgm:prSet phldrT="[Texto]"/>
      <dgm:spPr/>
      <dgm:t>
        <a:bodyPr/>
        <a:lstStyle/>
        <a:p>
          <a:r>
            <a:rPr lang="es-ES"/>
            <a:t>Construcciones</a:t>
          </a:r>
        </a:p>
      </dgm:t>
    </dgm:pt>
    <dgm:pt modelId="{9B1B1340-E6A8-442B-882F-08A7AA5F23E0}" type="parTrans" cxnId="{4EF62862-B6D4-4A8B-ACEA-69B46AC5CEC1}">
      <dgm:prSet/>
      <dgm:spPr/>
    </dgm:pt>
    <dgm:pt modelId="{649317F3-2E7A-4FCE-8B54-F1ADF3679E9F}" type="sibTrans" cxnId="{4EF62862-B6D4-4A8B-ACEA-69B46AC5CEC1}">
      <dgm:prSet/>
      <dgm:spPr/>
    </dgm:pt>
    <dgm:pt modelId="{E301DBDC-8BC9-4B27-BA47-413E3BA1A080}">
      <dgm:prSet phldrT="[Texto]"/>
      <dgm:spPr/>
      <dgm:t>
        <a:bodyPr/>
        <a:lstStyle/>
        <a:p>
          <a:r>
            <a:rPr lang="es-ES"/>
            <a:t>Utillaje (herramientas)</a:t>
          </a:r>
        </a:p>
      </dgm:t>
    </dgm:pt>
    <dgm:pt modelId="{86E21A97-6F4C-438C-BFC0-C48CCF812F75}" type="parTrans" cxnId="{BCBFF130-0419-4972-AFC5-857540E9D0CE}">
      <dgm:prSet/>
      <dgm:spPr/>
    </dgm:pt>
    <dgm:pt modelId="{A2039469-5180-4C8A-B690-F4DC9EF19DD6}" type="sibTrans" cxnId="{BCBFF130-0419-4972-AFC5-857540E9D0CE}">
      <dgm:prSet/>
      <dgm:spPr/>
    </dgm:pt>
    <dgm:pt modelId="{84051B12-E9C8-4150-A4B6-BBA680C59EC2}">
      <dgm:prSet phldrT="[Texto]"/>
      <dgm:spPr/>
      <dgm:t>
        <a:bodyPr/>
        <a:lstStyle/>
        <a:p>
          <a:r>
            <a:rPr lang="es-ES"/>
            <a:t>Mobiliario</a:t>
          </a:r>
        </a:p>
      </dgm:t>
    </dgm:pt>
    <dgm:pt modelId="{D0AA9C23-1572-40DA-9ECF-C6A59FEA1D6E}" type="parTrans" cxnId="{4905528A-368F-4DEB-9843-E65CEBCCB8C4}">
      <dgm:prSet/>
      <dgm:spPr/>
    </dgm:pt>
    <dgm:pt modelId="{377BB273-B0EC-4DA3-8467-357753534CAA}" type="sibTrans" cxnId="{4905528A-368F-4DEB-9843-E65CEBCCB8C4}">
      <dgm:prSet/>
      <dgm:spPr/>
    </dgm:pt>
    <dgm:pt modelId="{8A7B161E-B43B-4B9B-8713-01040682186B}">
      <dgm:prSet phldrT="[Texto]"/>
      <dgm:spPr/>
      <dgm:t>
        <a:bodyPr/>
        <a:lstStyle/>
        <a:p>
          <a:r>
            <a:rPr lang="es-ES"/>
            <a:t>Equipos para procesos de información</a:t>
          </a:r>
        </a:p>
      </dgm:t>
    </dgm:pt>
    <dgm:pt modelId="{864FF9F8-9793-4A83-89E0-E07995106972}" type="parTrans" cxnId="{0ACCB6E9-126A-49F4-B16F-701B244A6213}">
      <dgm:prSet/>
      <dgm:spPr/>
    </dgm:pt>
    <dgm:pt modelId="{C8607AE4-28DB-4791-89A6-63666FF2E8FF}" type="sibTrans" cxnId="{0ACCB6E9-126A-49F4-B16F-701B244A6213}">
      <dgm:prSet/>
      <dgm:spPr/>
    </dgm:pt>
    <dgm:pt modelId="{1BF21FCE-73B6-41A9-9FF2-3D4E758781CB}">
      <dgm:prSet phldrT="[Texto]"/>
      <dgm:spPr/>
      <dgm:t>
        <a:bodyPr/>
        <a:lstStyle/>
        <a:p>
          <a:r>
            <a:rPr lang="es-ES"/>
            <a:t>Elementos de transporte</a:t>
          </a:r>
        </a:p>
      </dgm:t>
    </dgm:pt>
    <dgm:pt modelId="{A0C98BEF-9347-45C0-9D57-A42DFD181FAB}" type="parTrans" cxnId="{8C7E01E0-9953-4501-9453-EC70D10A6AAB}">
      <dgm:prSet/>
      <dgm:spPr/>
    </dgm:pt>
    <dgm:pt modelId="{ABB97915-067E-49C4-AE62-981729542855}" type="sibTrans" cxnId="{8C7E01E0-9953-4501-9453-EC70D10A6AAB}">
      <dgm:prSet/>
      <dgm:spPr/>
    </dgm:pt>
    <dgm:pt modelId="{2D59ABA4-302E-401C-AD94-BB954A21E944}">
      <dgm:prSet phldrT="[Texto]"/>
      <dgm:spPr/>
      <dgm:t>
        <a:bodyPr/>
        <a:lstStyle/>
        <a:p>
          <a:r>
            <a:rPr lang="es-ES"/>
            <a:t>Aplicaciones informáticas</a:t>
          </a:r>
        </a:p>
      </dgm:t>
    </dgm:pt>
    <dgm:pt modelId="{747672D6-3D37-4553-86AA-36B1FDA67DD1}" type="parTrans" cxnId="{08C33C61-2F61-436E-B180-904FB708B6DC}">
      <dgm:prSet/>
      <dgm:spPr/>
    </dgm:pt>
    <dgm:pt modelId="{76DB1F48-145B-4C2B-82E6-30FAE8A1C4EB}" type="sibTrans" cxnId="{08C33C61-2F61-436E-B180-904FB708B6DC}">
      <dgm:prSet/>
      <dgm:spPr/>
    </dgm:pt>
    <dgm:pt modelId="{29A6A093-2AD7-4425-AF0F-15FBC4365F55}">
      <dgm:prSet phldrT="[Texto]"/>
      <dgm:spPr/>
      <dgm:t>
        <a:bodyPr/>
        <a:lstStyle/>
        <a:p>
          <a:r>
            <a:rPr lang="es-ES"/>
            <a:t>Patentes y marcas</a:t>
          </a:r>
        </a:p>
      </dgm:t>
    </dgm:pt>
    <dgm:pt modelId="{93F5A8DB-9631-4EC8-B7F4-09E042427977}" type="parTrans" cxnId="{9439C843-4491-42B8-9EFA-73C7DEEFE586}">
      <dgm:prSet/>
      <dgm:spPr/>
    </dgm:pt>
    <dgm:pt modelId="{B96E1CCC-0FFC-43F3-8115-F46033E11D04}" type="sibTrans" cxnId="{9439C843-4491-42B8-9EFA-73C7DEEFE586}">
      <dgm:prSet/>
      <dgm:spPr/>
    </dgm:pt>
    <dgm:pt modelId="{7AAB3A44-FDE0-42F5-A96C-02A6980FDFB8}">
      <dgm:prSet phldrT="[Texto]"/>
      <dgm:spPr/>
      <dgm:t>
        <a:bodyPr/>
        <a:lstStyle/>
        <a:p>
          <a:r>
            <a:rPr lang="es-ES"/>
            <a:t>Materias primas</a:t>
          </a:r>
        </a:p>
      </dgm:t>
    </dgm:pt>
    <dgm:pt modelId="{49696D7B-7512-41F4-AE74-919598ED4232}" type="parTrans" cxnId="{A2771536-7873-435F-9C72-8CB96F1929F9}">
      <dgm:prSet/>
      <dgm:spPr/>
    </dgm:pt>
    <dgm:pt modelId="{33A33CE6-627C-4D1A-9DC7-83C97910E409}" type="sibTrans" cxnId="{A2771536-7873-435F-9C72-8CB96F1929F9}">
      <dgm:prSet/>
      <dgm:spPr/>
    </dgm:pt>
    <dgm:pt modelId="{C73B6194-8CAC-4588-8D09-A7DFABFA09DB}">
      <dgm:prSet phldrT="[Texto]"/>
      <dgm:spPr/>
      <dgm:t>
        <a:bodyPr/>
        <a:lstStyle/>
        <a:p>
          <a:r>
            <a:rPr lang="es-ES"/>
            <a:t>Productos en elaboración</a:t>
          </a:r>
        </a:p>
      </dgm:t>
    </dgm:pt>
    <dgm:pt modelId="{2A62283E-F633-47B9-82E3-AEC684D84EB2}" type="parTrans" cxnId="{BF9143E3-5B74-4AF6-ABCC-E3ECED25E057}">
      <dgm:prSet/>
      <dgm:spPr/>
    </dgm:pt>
    <dgm:pt modelId="{94DE03EE-8007-4CC3-962F-CC9CF55F1332}" type="sibTrans" cxnId="{BF9143E3-5B74-4AF6-ABCC-E3ECED25E057}">
      <dgm:prSet/>
      <dgm:spPr/>
    </dgm:pt>
    <dgm:pt modelId="{D30C94AC-258B-4140-85B5-FC326065C8DF}">
      <dgm:prSet phldrT="[Texto]"/>
      <dgm:spPr/>
      <dgm:t>
        <a:bodyPr/>
        <a:lstStyle/>
        <a:p>
          <a:r>
            <a:rPr lang="es-ES"/>
            <a:t>Deudas de Hacienda: IVA soportado</a:t>
          </a:r>
        </a:p>
      </dgm:t>
    </dgm:pt>
    <dgm:pt modelId="{C272B7AF-E7DA-47AC-A2EA-384EDD4FC081}" type="parTrans" cxnId="{100F1A33-4FE0-48A6-8A0B-4779C7390102}">
      <dgm:prSet/>
      <dgm:spPr/>
    </dgm:pt>
    <dgm:pt modelId="{5D432214-64FA-4482-ACA5-EB60C38AC668}" type="sibTrans" cxnId="{100F1A33-4FE0-48A6-8A0B-4779C7390102}">
      <dgm:prSet/>
      <dgm:spPr/>
    </dgm:pt>
    <dgm:pt modelId="{A0122DD0-7C3A-4041-918D-F75B2E3AC36C}">
      <dgm:prSet/>
      <dgm:spPr/>
      <dgm:t>
        <a:bodyPr/>
        <a:lstStyle/>
        <a:p>
          <a:r>
            <a:rPr lang="es-ES"/>
            <a:t>Bancos ( dinero en efectivo en cuentas bancarias)</a:t>
          </a:r>
        </a:p>
      </dgm:t>
    </dgm:pt>
    <dgm:pt modelId="{E98EC1B1-3D03-4DB3-898B-6C0F998DE854}" type="parTrans" cxnId="{2DA3F1A0-4FA9-4F0A-9C4B-FADAC1FEB00A}">
      <dgm:prSet/>
      <dgm:spPr/>
    </dgm:pt>
    <dgm:pt modelId="{08222769-7EBA-4CAD-8F6A-618871F452B9}" type="sibTrans" cxnId="{2DA3F1A0-4FA9-4F0A-9C4B-FADAC1FEB00A}">
      <dgm:prSet/>
      <dgm:spPr/>
    </dgm:pt>
    <dgm:pt modelId="{0A1BA8F5-9ED7-4C87-AC18-BBFDC77BA591}">
      <dgm:prSet/>
      <dgm:spPr/>
      <dgm:t>
        <a:bodyPr/>
        <a:lstStyle/>
        <a:p>
          <a:r>
            <a:rPr lang="es-ES"/>
            <a:t>Caja</a:t>
          </a:r>
        </a:p>
      </dgm:t>
    </dgm:pt>
    <dgm:pt modelId="{F5C653C6-B97F-47B0-9326-71BFF397C5E8}" type="parTrans" cxnId="{A116ACA7-66D1-4C1D-A1E7-41705E8C7769}">
      <dgm:prSet/>
      <dgm:spPr/>
    </dgm:pt>
    <dgm:pt modelId="{D7AD0E16-E513-4D98-9388-09DE3FC41220}" type="sibTrans" cxnId="{A116ACA7-66D1-4C1D-A1E7-41705E8C7769}">
      <dgm:prSet/>
      <dgm:spPr/>
    </dgm:pt>
    <dgm:pt modelId="{84649337-5604-44D5-A5F1-1B18E5B31CC7}" type="pres">
      <dgm:prSet presAssocID="{B163C2E0-D5BD-4AD8-AF89-238DF53E1F13}" presName="Name0" presStyleCnt="0">
        <dgm:presLayoutVars>
          <dgm:dir/>
          <dgm:animLvl val="lvl"/>
          <dgm:resizeHandles val="exact"/>
        </dgm:presLayoutVars>
      </dgm:prSet>
      <dgm:spPr/>
    </dgm:pt>
    <dgm:pt modelId="{4DD350FF-B5BB-4120-94BA-1A9FC6B9A109}" type="pres">
      <dgm:prSet presAssocID="{E3C11628-F4C1-4EC6-AC63-EA267AD5D872}" presName="composite" presStyleCnt="0"/>
      <dgm:spPr/>
    </dgm:pt>
    <dgm:pt modelId="{541E0CF7-0D25-440C-9EA4-93EA44836263}" type="pres">
      <dgm:prSet presAssocID="{E3C11628-F4C1-4EC6-AC63-EA267AD5D87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D6F43BB-F56C-40DE-AF52-CD5CBB746C50}" type="pres">
      <dgm:prSet presAssocID="{E3C11628-F4C1-4EC6-AC63-EA267AD5D872}" presName="desTx" presStyleLbl="alignAccFollowNode1" presStyleIdx="0" presStyleCnt="4">
        <dgm:presLayoutVars>
          <dgm:bulletEnabled val="1"/>
        </dgm:presLayoutVars>
      </dgm:prSet>
      <dgm:spPr/>
    </dgm:pt>
    <dgm:pt modelId="{70C24531-9C11-446A-8C72-91CAA48A1033}" type="pres">
      <dgm:prSet presAssocID="{15E3BF45-5AA0-487B-A75A-B1D031045158}" presName="space" presStyleCnt="0"/>
      <dgm:spPr/>
    </dgm:pt>
    <dgm:pt modelId="{67B13456-4B22-4D23-B3CD-A3811E294C4E}" type="pres">
      <dgm:prSet presAssocID="{7B3F1C71-0B4E-4D99-8EFC-B8E25B74ACA8}" presName="composite" presStyleCnt="0"/>
      <dgm:spPr/>
    </dgm:pt>
    <dgm:pt modelId="{6DC4A548-0B25-4566-BF48-5C73C9C447B5}" type="pres">
      <dgm:prSet presAssocID="{7B3F1C71-0B4E-4D99-8EFC-B8E25B74ACA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C50CC88D-8061-4AC9-893B-FBDC7A83EE6C}" type="pres">
      <dgm:prSet presAssocID="{7B3F1C71-0B4E-4D99-8EFC-B8E25B74ACA8}" presName="desTx" presStyleLbl="alignAccFollowNode1" presStyleIdx="1" presStyleCnt="4">
        <dgm:presLayoutVars>
          <dgm:bulletEnabled val="1"/>
        </dgm:presLayoutVars>
      </dgm:prSet>
      <dgm:spPr/>
    </dgm:pt>
    <dgm:pt modelId="{45BDCA3E-1129-40AA-9DBB-6A8F0263A9D6}" type="pres">
      <dgm:prSet presAssocID="{DCBC2059-6018-4AB5-B4D5-1FA0A3F10AE0}" presName="space" presStyleCnt="0"/>
      <dgm:spPr/>
    </dgm:pt>
    <dgm:pt modelId="{7C216B93-A429-4EBB-9411-8E7AF4CE2224}" type="pres">
      <dgm:prSet presAssocID="{D52C3816-998C-4942-B78E-6571939A0D19}" presName="composite" presStyleCnt="0"/>
      <dgm:spPr/>
    </dgm:pt>
    <dgm:pt modelId="{FD5F8A26-2885-4208-8869-AFA30330F5C9}" type="pres">
      <dgm:prSet presAssocID="{D52C3816-998C-4942-B78E-6571939A0D1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040C5DF5-5C5C-4086-9F94-337A50E0D986}" type="pres">
      <dgm:prSet presAssocID="{D52C3816-998C-4942-B78E-6571939A0D19}" presName="desTx" presStyleLbl="alignAccFollowNode1" presStyleIdx="2" presStyleCnt="4">
        <dgm:presLayoutVars>
          <dgm:bulletEnabled val="1"/>
        </dgm:presLayoutVars>
      </dgm:prSet>
      <dgm:spPr/>
    </dgm:pt>
    <dgm:pt modelId="{2FC16BB1-A829-4160-B445-766834D00407}" type="pres">
      <dgm:prSet presAssocID="{1B7EAACE-944B-4C84-A305-79F12C6B4C29}" presName="space" presStyleCnt="0"/>
      <dgm:spPr/>
    </dgm:pt>
    <dgm:pt modelId="{44929CC1-DA66-41FD-BBEC-4FB1BABDF9CB}" type="pres">
      <dgm:prSet presAssocID="{5E5BEC36-40A0-4CC8-9199-16D04CF2C010}" presName="composite" presStyleCnt="0"/>
      <dgm:spPr/>
    </dgm:pt>
    <dgm:pt modelId="{F8715E8B-9339-44CD-911E-03B28016FEFC}" type="pres">
      <dgm:prSet presAssocID="{5E5BEC36-40A0-4CC8-9199-16D04CF2C01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B8E3DB9-E366-4916-B7CC-0AE68235B5E6}" type="pres">
      <dgm:prSet presAssocID="{5E5BEC36-40A0-4CC8-9199-16D04CF2C010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569EE02-6739-4673-93FD-2C489CF45DD1}" type="presOf" srcId="{84051B12-E9C8-4150-A4B6-BBA680C59EC2}" destId="{0D6F43BB-F56C-40DE-AF52-CD5CBB746C50}" srcOrd="0" destOrd="4" presId="urn:microsoft.com/office/officeart/2005/8/layout/hList1"/>
    <dgm:cxn modelId="{5489FC07-FADA-402D-AECC-0D613D8DCCAC}" type="presOf" srcId="{09CA1AE8-5F8E-46A4-8A57-58BFB7F18BB1}" destId="{C50CC88D-8061-4AC9-893B-FBDC7A83EE6C}" srcOrd="0" destOrd="2" presId="urn:microsoft.com/office/officeart/2005/8/layout/hList1"/>
    <dgm:cxn modelId="{810EA310-F97A-4C69-95BC-F6D270A9DD06}" type="presOf" srcId="{0A1BA8F5-9ED7-4C87-AC18-BBFDC77BA591}" destId="{BB8E3DB9-E366-4916-B7CC-0AE68235B5E6}" srcOrd="0" destOrd="1" presId="urn:microsoft.com/office/officeart/2005/8/layout/hList1"/>
    <dgm:cxn modelId="{B4CC2F21-76E9-40AF-ADE4-1D87EA598494}" type="presOf" srcId="{638CA45C-4F67-478E-9B59-3142693D1DF7}" destId="{0D6F43BB-F56C-40DE-AF52-CD5CBB746C50}" srcOrd="0" destOrd="0" presId="urn:microsoft.com/office/officeart/2005/8/layout/hList1"/>
    <dgm:cxn modelId="{ABEF902E-D87D-4ABB-815F-55EC4F841E52}" type="presOf" srcId="{83B07D4B-E513-4341-B699-6648E32E66AB}" destId="{0D6F43BB-F56C-40DE-AF52-CD5CBB746C50}" srcOrd="0" destOrd="1" presId="urn:microsoft.com/office/officeart/2005/8/layout/hList1"/>
    <dgm:cxn modelId="{BCBFF130-0419-4972-AFC5-857540E9D0CE}" srcId="{E3C11628-F4C1-4EC6-AC63-EA267AD5D872}" destId="{E301DBDC-8BC9-4B27-BA47-413E3BA1A080}" srcOrd="3" destOrd="0" parTransId="{86E21A97-6F4C-438C-BFC0-C48CCF812F75}" sibTransId="{A2039469-5180-4C8A-B690-F4DC9EF19DD6}"/>
    <dgm:cxn modelId="{25418531-F289-4CAD-B502-BD50F77D3A43}" type="presOf" srcId="{578EF7DC-70EE-4FD4-BAE7-F13274D212DE}" destId="{040C5DF5-5C5C-4086-9F94-337A50E0D986}" srcOrd="0" destOrd="2" presId="urn:microsoft.com/office/officeart/2005/8/layout/hList1"/>
    <dgm:cxn modelId="{100F1A33-4FE0-48A6-8A0B-4779C7390102}" srcId="{D52C3816-998C-4942-B78E-6571939A0D19}" destId="{D30C94AC-258B-4140-85B5-FC326065C8DF}" srcOrd="1" destOrd="0" parTransId="{C272B7AF-E7DA-47AC-A2EA-384EDD4FC081}" sibTransId="{5D432214-64FA-4482-ACA5-EB60C38AC668}"/>
    <dgm:cxn modelId="{7FD4A935-5973-40A0-B6C1-05791A7D164C}" type="presOf" srcId="{8A7B161E-B43B-4B9B-8713-01040682186B}" destId="{0D6F43BB-F56C-40DE-AF52-CD5CBB746C50}" srcOrd="0" destOrd="5" presId="urn:microsoft.com/office/officeart/2005/8/layout/hList1"/>
    <dgm:cxn modelId="{A2771536-7873-435F-9C72-8CB96F1929F9}" srcId="{7B3F1C71-0B4E-4D99-8EFC-B8E25B74ACA8}" destId="{7AAB3A44-FDE0-42F5-A96C-02A6980FDFB8}" srcOrd="1" destOrd="0" parTransId="{49696D7B-7512-41F4-AE74-919598ED4232}" sibTransId="{33A33CE6-627C-4D1A-9DC7-83C97910E409}"/>
    <dgm:cxn modelId="{501EFF3B-1102-4DB4-BA2E-EF4C5F5527E6}" type="presOf" srcId="{29A6A093-2AD7-4425-AF0F-15FBC4365F55}" destId="{0D6F43BB-F56C-40DE-AF52-CD5CBB746C50}" srcOrd="0" destOrd="8" presId="urn:microsoft.com/office/officeart/2005/8/layout/hList1"/>
    <dgm:cxn modelId="{9082063F-84EF-4096-8C2A-146F924C9B6E}" type="presOf" srcId="{72068F2C-854E-493B-9163-D8BEC9328C4C}" destId="{C50CC88D-8061-4AC9-893B-FBDC7A83EE6C}" srcOrd="0" destOrd="0" presId="urn:microsoft.com/office/officeart/2005/8/layout/hList1"/>
    <dgm:cxn modelId="{D3A7113F-F880-4E71-A8C5-6DA69511D437}" type="presOf" srcId="{B163C2E0-D5BD-4AD8-AF89-238DF53E1F13}" destId="{84649337-5604-44D5-A5F1-1B18E5B31CC7}" srcOrd="0" destOrd="0" presId="urn:microsoft.com/office/officeart/2005/8/layout/hList1"/>
    <dgm:cxn modelId="{580EAD5C-EB41-4A86-819B-EE704BBEE994}" type="presOf" srcId="{A0122DD0-7C3A-4041-918D-F75B2E3AC36C}" destId="{BB8E3DB9-E366-4916-B7CC-0AE68235B5E6}" srcOrd="0" destOrd="0" presId="urn:microsoft.com/office/officeart/2005/8/layout/hList1"/>
    <dgm:cxn modelId="{08C33C61-2F61-436E-B180-904FB708B6DC}" srcId="{E3C11628-F4C1-4EC6-AC63-EA267AD5D872}" destId="{2D59ABA4-302E-401C-AD94-BB954A21E944}" srcOrd="7" destOrd="0" parTransId="{747672D6-3D37-4553-86AA-36B1FDA67DD1}" sibTransId="{76DB1F48-145B-4C2B-82E6-30FAE8A1C4EB}"/>
    <dgm:cxn modelId="{4EF62862-B6D4-4A8B-ACEA-69B46AC5CEC1}" srcId="{E3C11628-F4C1-4EC6-AC63-EA267AD5D872}" destId="{83B07D4B-E513-4341-B699-6648E32E66AB}" srcOrd="1" destOrd="0" parTransId="{9B1B1340-E6A8-442B-882F-08A7AA5F23E0}" sibTransId="{649317F3-2E7A-4FCE-8B54-F1ADF3679E9F}"/>
    <dgm:cxn modelId="{9439C843-4491-42B8-9EFA-73C7DEEFE586}" srcId="{E3C11628-F4C1-4EC6-AC63-EA267AD5D872}" destId="{29A6A093-2AD7-4425-AF0F-15FBC4365F55}" srcOrd="8" destOrd="0" parTransId="{93F5A8DB-9631-4EC8-B7F4-09E042427977}" sibTransId="{B96E1CCC-0FFC-43F3-8115-F46033E11D04}"/>
    <dgm:cxn modelId="{492A876B-1280-42FF-9B17-CB5A996E5102}" type="presOf" srcId="{7AAB3A44-FDE0-42F5-A96C-02A6980FDFB8}" destId="{C50CC88D-8061-4AC9-893B-FBDC7A83EE6C}" srcOrd="0" destOrd="1" presId="urn:microsoft.com/office/officeart/2005/8/layout/hList1"/>
    <dgm:cxn modelId="{9EA9356E-74F2-4EDF-AA8E-9BDF1150F057}" type="presOf" srcId="{E301DBDC-8BC9-4B27-BA47-413E3BA1A080}" destId="{0D6F43BB-F56C-40DE-AF52-CD5CBB746C50}" srcOrd="0" destOrd="3" presId="urn:microsoft.com/office/officeart/2005/8/layout/hList1"/>
    <dgm:cxn modelId="{D0F22157-CCCE-4DE6-B994-43E719353312}" type="presOf" srcId="{E3C11628-F4C1-4EC6-AC63-EA267AD5D872}" destId="{541E0CF7-0D25-440C-9EA4-93EA44836263}" srcOrd="0" destOrd="0" presId="urn:microsoft.com/office/officeart/2005/8/layout/hList1"/>
    <dgm:cxn modelId="{6B11E159-707B-4C59-B50C-FEFC6A0130BF}" srcId="{D52C3816-998C-4942-B78E-6571939A0D19}" destId="{00009F88-EFA3-42AF-93E7-DFFBE4710F1A}" srcOrd="0" destOrd="0" parTransId="{BD550950-1511-416D-9A83-53C3B7F0A733}" sibTransId="{8DC00D68-4183-41B9-AF06-D06F964338BD}"/>
    <dgm:cxn modelId="{43FA937C-6AC1-4CC6-9228-234A6C24071C}" type="presOf" srcId="{D52C3816-998C-4942-B78E-6571939A0D19}" destId="{FD5F8A26-2885-4208-8869-AFA30330F5C9}" srcOrd="0" destOrd="0" presId="urn:microsoft.com/office/officeart/2005/8/layout/hList1"/>
    <dgm:cxn modelId="{A27AB37F-85F2-451F-9A18-8B4B5EE9FC11}" type="presOf" srcId="{2D59ABA4-302E-401C-AD94-BB954A21E944}" destId="{0D6F43BB-F56C-40DE-AF52-CD5CBB746C50}" srcOrd="0" destOrd="7" presId="urn:microsoft.com/office/officeart/2005/8/layout/hList1"/>
    <dgm:cxn modelId="{53846E86-7B59-45FD-9287-1ECE86D253A1}" type="presOf" srcId="{9EC32CAC-81F1-4D48-B76D-AF82D82E258E}" destId="{0D6F43BB-F56C-40DE-AF52-CD5CBB746C50}" srcOrd="0" destOrd="2" presId="urn:microsoft.com/office/officeart/2005/8/layout/hList1"/>
    <dgm:cxn modelId="{4905528A-368F-4DEB-9843-E65CEBCCB8C4}" srcId="{E3C11628-F4C1-4EC6-AC63-EA267AD5D872}" destId="{84051B12-E9C8-4150-A4B6-BBA680C59EC2}" srcOrd="4" destOrd="0" parTransId="{D0AA9C23-1572-40DA-9ECF-C6A59FEA1D6E}" sibTransId="{377BB273-B0EC-4DA3-8467-357753534CAA}"/>
    <dgm:cxn modelId="{23AD4498-2104-4BA6-9CD6-40B9BFAD1561}" srcId="{E3C11628-F4C1-4EC6-AC63-EA267AD5D872}" destId="{638CA45C-4F67-478E-9B59-3142693D1DF7}" srcOrd="0" destOrd="0" parTransId="{63CCC5CC-72BE-49CF-8B9B-092D064B4A5D}" sibTransId="{76BA039C-C069-4EB7-8B26-F2414193ADD1}"/>
    <dgm:cxn modelId="{FF60569D-BC94-4345-8CF3-11A08E810FF1}" srcId="{B163C2E0-D5BD-4AD8-AF89-238DF53E1F13}" destId="{7B3F1C71-0B4E-4D99-8EFC-B8E25B74ACA8}" srcOrd="1" destOrd="0" parTransId="{DD6CE754-9EE1-4F9F-AB8A-46C2F326C47D}" sibTransId="{DCBC2059-6018-4AB5-B4D5-1FA0A3F10AE0}"/>
    <dgm:cxn modelId="{2DA3F1A0-4FA9-4F0A-9C4B-FADAC1FEB00A}" srcId="{5E5BEC36-40A0-4CC8-9199-16D04CF2C010}" destId="{A0122DD0-7C3A-4041-918D-F75B2E3AC36C}" srcOrd="0" destOrd="0" parTransId="{E98EC1B1-3D03-4DB3-898B-6C0F998DE854}" sibTransId="{08222769-7EBA-4CAD-8F6A-618871F452B9}"/>
    <dgm:cxn modelId="{F4D2EDA1-5B2E-4742-A8E0-DD5E7515440A}" srcId="{B163C2E0-D5BD-4AD8-AF89-238DF53E1F13}" destId="{D52C3816-998C-4942-B78E-6571939A0D19}" srcOrd="2" destOrd="0" parTransId="{1884D2D0-1EB5-491B-BE48-F94671299505}" sibTransId="{1B7EAACE-944B-4C84-A305-79F12C6B4C29}"/>
    <dgm:cxn modelId="{31E914A7-3994-4BAB-9D24-9683D0028539}" type="presOf" srcId="{1BF21FCE-73B6-41A9-9FF2-3D4E758781CB}" destId="{0D6F43BB-F56C-40DE-AF52-CD5CBB746C50}" srcOrd="0" destOrd="6" presId="urn:microsoft.com/office/officeart/2005/8/layout/hList1"/>
    <dgm:cxn modelId="{A116ACA7-66D1-4C1D-A1E7-41705E8C7769}" srcId="{5E5BEC36-40A0-4CC8-9199-16D04CF2C010}" destId="{0A1BA8F5-9ED7-4C87-AC18-BBFDC77BA591}" srcOrd="1" destOrd="0" parTransId="{F5C653C6-B97F-47B0-9326-71BFF397C5E8}" sibTransId="{D7AD0E16-E513-4D98-9388-09DE3FC41220}"/>
    <dgm:cxn modelId="{6D10C5A8-4F0D-4A8C-95A5-FEE909C0E106}" srcId="{7B3F1C71-0B4E-4D99-8EFC-B8E25B74ACA8}" destId="{09CA1AE8-5F8E-46A4-8A57-58BFB7F18BB1}" srcOrd="2" destOrd="0" parTransId="{93633064-13F2-4259-A69E-A372DF2607D5}" sibTransId="{34F6BD5A-E881-4821-BD27-0521E290409B}"/>
    <dgm:cxn modelId="{7E295CAE-4E23-419A-B43A-39DB4F7E13F5}" srcId="{D52C3816-998C-4942-B78E-6571939A0D19}" destId="{578EF7DC-70EE-4FD4-BAE7-F13274D212DE}" srcOrd="2" destOrd="0" parTransId="{C2025A33-B892-4DFC-AAE6-EFB3F4A13A6C}" sibTransId="{C46FA71B-054F-4E98-B0AD-BCC0F71FD5F7}"/>
    <dgm:cxn modelId="{F01566BD-2B1B-4A38-B11A-2BE4D1968907}" srcId="{B163C2E0-D5BD-4AD8-AF89-238DF53E1F13}" destId="{5E5BEC36-40A0-4CC8-9199-16D04CF2C010}" srcOrd="3" destOrd="0" parTransId="{5C3FF737-6A73-4DB7-9069-0F05B3184306}" sibTransId="{4633EC89-F012-4624-B0EB-1AB6368D8007}"/>
    <dgm:cxn modelId="{2098FDC1-55DA-4549-BA8D-7DB69A24F3F6}" srcId="{E3C11628-F4C1-4EC6-AC63-EA267AD5D872}" destId="{9EC32CAC-81F1-4D48-B76D-AF82D82E258E}" srcOrd="2" destOrd="0" parTransId="{1E4BA933-175C-4EE9-8C91-942FF20A7415}" sibTransId="{F5FDA8E8-04B0-4B1F-B65E-386AB01B2B1E}"/>
    <dgm:cxn modelId="{5D0541C3-4B85-47C9-BAF1-3B8B19E6EF5A}" type="presOf" srcId="{D30C94AC-258B-4140-85B5-FC326065C8DF}" destId="{040C5DF5-5C5C-4086-9F94-337A50E0D986}" srcOrd="0" destOrd="1" presId="urn:microsoft.com/office/officeart/2005/8/layout/hList1"/>
    <dgm:cxn modelId="{10BCB2CD-A334-4E08-B362-4A02B37CCEE3}" type="presOf" srcId="{00009F88-EFA3-42AF-93E7-DFFBE4710F1A}" destId="{040C5DF5-5C5C-4086-9F94-337A50E0D986}" srcOrd="0" destOrd="0" presId="urn:microsoft.com/office/officeart/2005/8/layout/hList1"/>
    <dgm:cxn modelId="{F85657D1-BF3B-45EA-AB02-395B1B61EF83}" type="presOf" srcId="{C73B6194-8CAC-4588-8D09-A7DFABFA09DB}" destId="{C50CC88D-8061-4AC9-893B-FBDC7A83EE6C}" srcOrd="0" destOrd="3" presId="urn:microsoft.com/office/officeart/2005/8/layout/hList1"/>
    <dgm:cxn modelId="{FE0FBEDB-28A0-41FB-B468-3B9CB43E9965}" srcId="{B163C2E0-D5BD-4AD8-AF89-238DF53E1F13}" destId="{E3C11628-F4C1-4EC6-AC63-EA267AD5D872}" srcOrd="0" destOrd="0" parTransId="{20FFEB3E-B955-4772-8C8F-5BE2DE180ED6}" sibTransId="{15E3BF45-5AA0-487B-A75A-B1D031045158}"/>
    <dgm:cxn modelId="{8C7E01E0-9953-4501-9453-EC70D10A6AAB}" srcId="{E3C11628-F4C1-4EC6-AC63-EA267AD5D872}" destId="{1BF21FCE-73B6-41A9-9FF2-3D4E758781CB}" srcOrd="6" destOrd="0" parTransId="{A0C98BEF-9347-45C0-9D57-A42DFD181FAB}" sibTransId="{ABB97915-067E-49C4-AE62-981729542855}"/>
    <dgm:cxn modelId="{BF9143E3-5B74-4AF6-ABCC-E3ECED25E057}" srcId="{7B3F1C71-0B4E-4D99-8EFC-B8E25B74ACA8}" destId="{C73B6194-8CAC-4588-8D09-A7DFABFA09DB}" srcOrd="3" destOrd="0" parTransId="{2A62283E-F633-47B9-82E3-AEC684D84EB2}" sibTransId="{94DE03EE-8007-4CC3-962F-CC9CF55F1332}"/>
    <dgm:cxn modelId="{0ACCB6E9-126A-49F4-B16F-701B244A6213}" srcId="{E3C11628-F4C1-4EC6-AC63-EA267AD5D872}" destId="{8A7B161E-B43B-4B9B-8713-01040682186B}" srcOrd="5" destOrd="0" parTransId="{864FF9F8-9793-4A83-89E0-E07995106972}" sibTransId="{C8607AE4-28DB-4791-89A6-63666FF2E8FF}"/>
    <dgm:cxn modelId="{4C9FBFF0-9212-40A0-A574-BBDB95DBE5D8}" srcId="{7B3F1C71-0B4E-4D99-8EFC-B8E25B74ACA8}" destId="{72068F2C-854E-493B-9163-D8BEC9328C4C}" srcOrd="0" destOrd="0" parTransId="{3777CB73-A3DB-44E5-B290-1859F313C991}" sibTransId="{38AF3D03-9ED7-4A6D-8896-62FA0C41FD54}"/>
    <dgm:cxn modelId="{209184F1-2813-4043-A8D2-5FE2FB7932E6}" type="presOf" srcId="{5E5BEC36-40A0-4CC8-9199-16D04CF2C010}" destId="{F8715E8B-9339-44CD-911E-03B28016FEFC}" srcOrd="0" destOrd="0" presId="urn:microsoft.com/office/officeart/2005/8/layout/hList1"/>
    <dgm:cxn modelId="{8286C0FB-EDDA-4CE4-9452-19415186831E}" type="presOf" srcId="{7B3F1C71-0B4E-4D99-8EFC-B8E25B74ACA8}" destId="{6DC4A548-0B25-4566-BF48-5C73C9C447B5}" srcOrd="0" destOrd="0" presId="urn:microsoft.com/office/officeart/2005/8/layout/hList1"/>
    <dgm:cxn modelId="{BF64BF18-B073-4FEA-B6F5-B57AD3B59A27}" type="presParOf" srcId="{84649337-5604-44D5-A5F1-1B18E5B31CC7}" destId="{4DD350FF-B5BB-4120-94BA-1A9FC6B9A109}" srcOrd="0" destOrd="0" presId="urn:microsoft.com/office/officeart/2005/8/layout/hList1"/>
    <dgm:cxn modelId="{CA31E782-DFAB-4A79-B09B-D928DA3EF03B}" type="presParOf" srcId="{4DD350FF-B5BB-4120-94BA-1A9FC6B9A109}" destId="{541E0CF7-0D25-440C-9EA4-93EA44836263}" srcOrd="0" destOrd="0" presId="urn:microsoft.com/office/officeart/2005/8/layout/hList1"/>
    <dgm:cxn modelId="{F5345E81-7DB7-4E18-A452-4FB5655C2246}" type="presParOf" srcId="{4DD350FF-B5BB-4120-94BA-1A9FC6B9A109}" destId="{0D6F43BB-F56C-40DE-AF52-CD5CBB746C50}" srcOrd="1" destOrd="0" presId="urn:microsoft.com/office/officeart/2005/8/layout/hList1"/>
    <dgm:cxn modelId="{D0F0BB92-351E-4CEC-99B7-7ECA3D80C0F7}" type="presParOf" srcId="{84649337-5604-44D5-A5F1-1B18E5B31CC7}" destId="{70C24531-9C11-446A-8C72-91CAA48A1033}" srcOrd="1" destOrd="0" presId="urn:microsoft.com/office/officeart/2005/8/layout/hList1"/>
    <dgm:cxn modelId="{8AD24734-63AE-4625-9EE5-3FDC7F870712}" type="presParOf" srcId="{84649337-5604-44D5-A5F1-1B18E5B31CC7}" destId="{67B13456-4B22-4D23-B3CD-A3811E294C4E}" srcOrd="2" destOrd="0" presId="urn:microsoft.com/office/officeart/2005/8/layout/hList1"/>
    <dgm:cxn modelId="{5D2C7CC3-7E64-4EFC-AC6F-9653B58F2D44}" type="presParOf" srcId="{67B13456-4B22-4D23-B3CD-A3811E294C4E}" destId="{6DC4A548-0B25-4566-BF48-5C73C9C447B5}" srcOrd="0" destOrd="0" presId="urn:microsoft.com/office/officeart/2005/8/layout/hList1"/>
    <dgm:cxn modelId="{95107780-5F5D-4457-9CB4-451CF69CBAFA}" type="presParOf" srcId="{67B13456-4B22-4D23-B3CD-A3811E294C4E}" destId="{C50CC88D-8061-4AC9-893B-FBDC7A83EE6C}" srcOrd="1" destOrd="0" presId="urn:microsoft.com/office/officeart/2005/8/layout/hList1"/>
    <dgm:cxn modelId="{834FA863-B0D7-4440-A6F9-D1AA18E8FA16}" type="presParOf" srcId="{84649337-5604-44D5-A5F1-1B18E5B31CC7}" destId="{45BDCA3E-1129-40AA-9DBB-6A8F0263A9D6}" srcOrd="3" destOrd="0" presId="urn:microsoft.com/office/officeart/2005/8/layout/hList1"/>
    <dgm:cxn modelId="{34D772BD-881A-4AE1-9ECA-DDBF542E7FFD}" type="presParOf" srcId="{84649337-5604-44D5-A5F1-1B18E5B31CC7}" destId="{7C216B93-A429-4EBB-9411-8E7AF4CE2224}" srcOrd="4" destOrd="0" presId="urn:microsoft.com/office/officeart/2005/8/layout/hList1"/>
    <dgm:cxn modelId="{E1E44D86-5020-41FC-AEB9-15C0D1A6642A}" type="presParOf" srcId="{7C216B93-A429-4EBB-9411-8E7AF4CE2224}" destId="{FD5F8A26-2885-4208-8869-AFA30330F5C9}" srcOrd="0" destOrd="0" presId="urn:microsoft.com/office/officeart/2005/8/layout/hList1"/>
    <dgm:cxn modelId="{C735267F-635E-4D65-B1B2-1BB8A079E2C0}" type="presParOf" srcId="{7C216B93-A429-4EBB-9411-8E7AF4CE2224}" destId="{040C5DF5-5C5C-4086-9F94-337A50E0D986}" srcOrd="1" destOrd="0" presId="urn:microsoft.com/office/officeart/2005/8/layout/hList1"/>
    <dgm:cxn modelId="{E6F8894C-4FA2-47DB-818E-833FB78D9902}" type="presParOf" srcId="{84649337-5604-44D5-A5F1-1B18E5B31CC7}" destId="{2FC16BB1-A829-4160-B445-766834D00407}" srcOrd="5" destOrd="0" presId="urn:microsoft.com/office/officeart/2005/8/layout/hList1"/>
    <dgm:cxn modelId="{ABDBFB38-1C32-4792-9E18-6EDCD3712418}" type="presParOf" srcId="{84649337-5604-44D5-A5F1-1B18E5B31CC7}" destId="{44929CC1-DA66-41FD-BBEC-4FB1BABDF9CB}" srcOrd="6" destOrd="0" presId="urn:microsoft.com/office/officeart/2005/8/layout/hList1"/>
    <dgm:cxn modelId="{C3544379-2142-4000-BFC4-C4DE66628B7D}" type="presParOf" srcId="{44929CC1-DA66-41FD-BBEC-4FB1BABDF9CB}" destId="{F8715E8B-9339-44CD-911E-03B28016FEFC}" srcOrd="0" destOrd="0" presId="urn:microsoft.com/office/officeart/2005/8/layout/hList1"/>
    <dgm:cxn modelId="{4C77773B-F900-416A-BDB5-B3956CC16043}" type="presParOf" srcId="{44929CC1-DA66-41FD-BBEC-4FB1BABDF9CB}" destId="{BB8E3DB9-E366-4916-B7CC-0AE68235B5E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5685B2-8D89-45F8-88DE-CEEF9F6968F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513DAF51-5FF1-4AB6-ABCE-77E2F2C0C450}">
      <dgm:prSet phldrT="[Texto]"/>
      <dgm:spPr/>
      <dgm:t>
        <a:bodyPr/>
        <a:lstStyle/>
        <a:p>
          <a:r>
            <a:rPr lang="es-ES"/>
            <a:t>PASIVO NO CORRIENTE</a:t>
          </a:r>
        </a:p>
      </dgm:t>
    </dgm:pt>
    <dgm:pt modelId="{57F7ABA1-6E9B-48A5-A6A2-5D3665A6F277}" type="parTrans" cxnId="{C224D9AF-12B7-461D-BABB-3F5813EF0156}">
      <dgm:prSet/>
      <dgm:spPr/>
      <dgm:t>
        <a:bodyPr/>
        <a:lstStyle/>
        <a:p>
          <a:endParaRPr lang="es-ES"/>
        </a:p>
      </dgm:t>
    </dgm:pt>
    <dgm:pt modelId="{050651B5-1101-4E85-8649-DCDEC89DE1E3}" type="sibTrans" cxnId="{C224D9AF-12B7-461D-BABB-3F5813EF0156}">
      <dgm:prSet/>
      <dgm:spPr/>
      <dgm:t>
        <a:bodyPr/>
        <a:lstStyle/>
        <a:p>
          <a:endParaRPr lang="es-ES"/>
        </a:p>
      </dgm:t>
    </dgm:pt>
    <dgm:pt modelId="{1C785C87-4589-479A-8B2C-66AB27D3F35D}">
      <dgm:prSet phldrT="[Texto]"/>
      <dgm:spPr/>
      <dgm:t>
        <a:bodyPr/>
        <a:lstStyle/>
        <a:p>
          <a:r>
            <a:rPr lang="es-ES"/>
            <a:t>Préstamo a largo plazo </a:t>
          </a:r>
        </a:p>
      </dgm:t>
    </dgm:pt>
    <dgm:pt modelId="{6C25D835-C79E-4A3A-B796-12FFD3D3F66F}" type="parTrans" cxnId="{179C97F0-4151-4286-9ACC-8749649CD63A}">
      <dgm:prSet/>
      <dgm:spPr/>
      <dgm:t>
        <a:bodyPr/>
        <a:lstStyle/>
        <a:p>
          <a:endParaRPr lang="es-ES"/>
        </a:p>
      </dgm:t>
    </dgm:pt>
    <dgm:pt modelId="{AE5B250F-6727-4C92-8F72-4137B1B5F3B7}" type="sibTrans" cxnId="{179C97F0-4151-4286-9ACC-8749649CD63A}">
      <dgm:prSet/>
      <dgm:spPr/>
      <dgm:t>
        <a:bodyPr/>
        <a:lstStyle/>
        <a:p>
          <a:endParaRPr lang="es-ES"/>
        </a:p>
      </dgm:t>
    </dgm:pt>
    <dgm:pt modelId="{CDF3F8B7-3E26-4611-8FDF-AE8B6F1AD51A}">
      <dgm:prSet phldrT="[Texto]"/>
      <dgm:spPr/>
      <dgm:t>
        <a:bodyPr/>
        <a:lstStyle/>
        <a:p>
          <a:r>
            <a:rPr lang="es-ES"/>
            <a:t>PASIVO CORRIENTE</a:t>
          </a:r>
        </a:p>
      </dgm:t>
    </dgm:pt>
    <dgm:pt modelId="{4BDDA7FA-0272-4774-B37F-645499B689F1}" type="parTrans" cxnId="{3F8A9B58-5EF8-47F4-80FD-7BB4F632BB62}">
      <dgm:prSet/>
      <dgm:spPr/>
      <dgm:t>
        <a:bodyPr/>
        <a:lstStyle/>
        <a:p>
          <a:endParaRPr lang="es-ES"/>
        </a:p>
      </dgm:t>
    </dgm:pt>
    <dgm:pt modelId="{C8A9A264-EBD7-4A47-9504-E79C3FA78021}" type="sibTrans" cxnId="{3F8A9B58-5EF8-47F4-80FD-7BB4F632BB62}">
      <dgm:prSet/>
      <dgm:spPr/>
      <dgm:t>
        <a:bodyPr/>
        <a:lstStyle/>
        <a:p>
          <a:endParaRPr lang="es-ES"/>
        </a:p>
      </dgm:t>
    </dgm:pt>
    <dgm:pt modelId="{B49B9A66-B9FD-4BAE-8D0E-493C870E9BC8}">
      <dgm:prSet phldrT="[Texto]"/>
      <dgm:spPr/>
      <dgm:t>
        <a:bodyPr/>
        <a:lstStyle/>
        <a:p>
          <a:r>
            <a:rPr lang="es-ES"/>
            <a:t>Préstamos y créditos bancarios a corto plazo</a:t>
          </a:r>
        </a:p>
      </dgm:t>
    </dgm:pt>
    <dgm:pt modelId="{488A2721-DAE2-44E2-BFC7-C8A736FDF9D8}" type="parTrans" cxnId="{6FED8E39-5355-4E40-A636-339CC5D6E0B9}">
      <dgm:prSet/>
      <dgm:spPr/>
      <dgm:t>
        <a:bodyPr/>
        <a:lstStyle/>
        <a:p>
          <a:endParaRPr lang="es-ES"/>
        </a:p>
      </dgm:t>
    </dgm:pt>
    <dgm:pt modelId="{CF5B6C5B-E187-4539-8325-FE4061A5E62E}" type="sibTrans" cxnId="{6FED8E39-5355-4E40-A636-339CC5D6E0B9}">
      <dgm:prSet/>
      <dgm:spPr/>
      <dgm:t>
        <a:bodyPr/>
        <a:lstStyle/>
        <a:p>
          <a:endParaRPr lang="es-ES"/>
        </a:p>
      </dgm:t>
    </dgm:pt>
    <dgm:pt modelId="{45BE611D-5ED8-4EC6-BF65-DC2A9A61AFFE}">
      <dgm:prSet phldrT="[Texto]"/>
      <dgm:spPr/>
      <dgm:t>
        <a:bodyPr/>
        <a:lstStyle/>
        <a:p>
          <a:r>
            <a:rPr lang="es-ES"/>
            <a:t>Deudas con Hacienda: IVA repercutido</a:t>
          </a:r>
        </a:p>
      </dgm:t>
    </dgm:pt>
    <dgm:pt modelId="{2F998951-D422-467E-B4D5-F7D4100733E0}" type="parTrans" cxnId="{77C29793-2880-47BE-9ECA-43765B74179E}">
      <dgm:prSet/>
      <dgm:spPr/>
      <dgm:t>
        <a:bodyPr/>
        <a:lstStyle/>
        <a:p>
          <a:endParaRPr lang="es-ES"/>
        </a:p>
      </dgm:t>
    </dgm:pt>
    <dgm:pt modelId="{AA743206-D37D-4C8E-99AF-E0E44B18B6B1}" type="sibTrans" cxnId="{77C29793-2880-47BE-9ECA-43765B74179E}">
      <dgm:prSet/>
      <dgm:spPr/>
      <dgm:t>
        <a:bodyPr/>
        <a:lstStyle/>
        <a:p>
          <a:endParaRPr lang="es-ES"/>
        </a:p>
      </dgm:t>
    </dgm:pt>
    <dgm:pt modelId="{73B8CAD2-B284-44ED-A146-CB0F96C7D579}">
      <dgm:prSet phldrT="[Texto]"/>
      <dgm:spPr/>
      <dgm:t>
        <a:bodyPr/>
        <a:lstStyle/>
        <a:p>
          <a:r>
            <a:rPr lang="es-ES"/>
            <a:t>PATRIMONIO NETO</a:t>
          </a:r>
        </a:p>
      </dgm:t>
    </dgm:pt>
    <dgm:pt modelId="{0C675F30-630C-4D1C-8FB1-86B394481177}" type="parTrans" cxnId="{151F146B-1308-4E11-9478-2AD54E5BB663}">
      <dgm:prSet/>
      <dgm:spPr/>
      <dgm:t>
        <a:bodyPr/>
        <a:lstStyle/>
        <a:p>
          <a:endParaRPr lang="es-ES"/>
        </a:p>
      </dgm:t>
    </dgm:pt>
    <dgm:pt modelId="{4BF1C7AE-C327-4FAD-8BA6-CAED11D56967}" type="sibTrans" cxnId="{151F146B-1308-4E11-9478-2AD54E5BB663}">
      <dgm:prSet/>
      <dgm:spPr/>
      <dgm:t>
        <a:bodyPr/>
        <a:lstStyle/>
        <a:p>
          <a:endParaRPr lang="es-ES"/>
        </a:p>
      </dgm:t>
    </dgm:pt>
    <dgm:pt modelId="{7B5926C6-0A76-4B27-950A-BCB3D7E0302E}">
      <dgm:prSet phldrT="[Texto]"/>
      <dgm:spPr/>
      <dgm:t>
        <a:bodyPr/>
        <a:lstStyle/>
        <a:p>
          <a:r>
            <a:rPr lang="es-ES"/>
            <a:t>Capital</a:t>
          </a:r>
        </a:p>
      </dgm:t>
    </dgm:pt>
    <dgm:pt modelId="{9A13BCF4-FED9-4296-9C68-601F3A62E088}" type="parTrans" cxnId="{9E6B069A-39A6-422A-B604-DA5337B5A97E}">
      <dgm:prSet/>
      <dgm:spPr/>
      <dgm:t>
        <a:bodyPr/>
        <a:lstStyle/>
        <a:p>
          <a:endParaRPr lang="es-ES"/>
        </a:p>
      </dgm:t>
    </dgm:pt>
    <dgm:pt modelId="{329490B6-B6FF-46BF-BCC8-D6E3F09DC636}" type="sibTrans" cxnId="{9E6B069A-39A6-422A-B604-DA5337B5A97E}">
      <dgm:prSet/>
      <dgm:spPr/>
      <dgm:t>
        <a:bodyPr/>
        <a:lstStyle/>
        <a:p>
          <a:endParaRPr lang="es-ES"/>
        </a:p>
      </dgm:t>
    </dgm:pt>
    <dgm:pt modelId="{B0D21CF9-C709-4646-ACFA-A3A520124282}">
      <dgm:prSet phldrT="[Texto]"/>
      <dgm:spPr/>
      <dgm:t>
        <a:bodyPr/>
        <a:lstStyle/>
        <a:p>
          <a:r>
            <a:rPr lang="es-ES"/>
            <a:t>Resultados del ejercicio</a:t>
          </a:r>
        </a:p>
      </dgm:t>
    </dgm:pt>
    <dgm:pt modelId="{E1C97D89-6BC2-4D91-B859-017E77D9B8C2}" type="parTrans" cxnId="{A42D455D-4E4A-4C93-BB22-66C61812A47C}">
      <dgm:prSet/>
      <dgm:spPr/>
      <dgm:t>
        <a:bodyPr/>
        <a:lstStyle/>
        <a:p>
          <a:endParaRPr lang="es-ES"/>
        </a:p>
      </dgm:t>
    </dgm:pt>
    <dgm:pt modelId="{3003C8AB-B0A2-4128-8197-3889A5516E08}" type="sibTrans" cxnId="{A42D455D-4E4A-4C93-BB22-66C61812A47C}">
      <dgm:prSet/>
      <dgm:spPr/>
      <dgm:t>
        <a:bodyPr/>
        <a:lstStyle/>
        <a:p>
          <a:endParaRPr lang="es-ES"/>
        </a:p>
      </dgm:t>
    </dgm:pt>
    <dgm:pt modelId="{7B6C4A98-32C6-4E05-BEE4-08B924650C7A}">
      <dgm:prSet phldrT="[Texto]"/>
      <dgm:spPr/>
      <dgm:t>
        <a:bodyPr/>
        <a:lstStyle/>
        <a:p>
          <a:r>
            <a:rPr lang="es-ES"/>
            <a:t>Proveedores</a:t>
          </a:r>
        </a:p>
      </dgm:t>
    </dgm:pt>
    <dgm:pt modelId="{0D8375C3-0C9D-40CD-BC66-68E261560C8B}" type="parTrans" cxnId="{41AD90AE-FBE6-4595-92CB-7EB75FA66EF7}">
      <dgm:prSet/>
      <dgm:spPr/>
    </dgm:pt>
    <dgm:pt modelId="{0967A991-E386-4AF8-85BC-7A68FEDD1F3E}" type="sibTrans" cxnId="{41AD90AE-FBE6-4595-92CB-7EB75FA66EF7}">
      <dgm:prSet/>
      <dgm:spPr/>
    </dgm:pt>
    <dgm:pt modelId="{AB690EC8-541C-43FE-B84F-7013C32F31E1}">
      <dgm:prSet phldrT="[Texto]"/>
      <dgm:spPr/>
      <dgm:t>
        <a:bodyPr/>
        <a:lstStyle/>
        <a:p>
          <a:r>
            <a:rPr lang="es-ES"/>
            <a:t>Acreedores: deudas con otras empresas ( ej. luz) </a:t>
          </a:r>
        </a:p>
      </dgm:t>
    </dgm:pt>
    <dgm:pt modelId="{8AC48085-D88D-4D9C-B9BC-B073B23AE2B4}" type="parTrans" cxnId="{734C09B1-0F11-4C80-9D66-CC0F97C8C51D}">
      <dgm:prSet/>
      <dgm:spPr/>
    </dgm:pt>
    <dgm:pt modelId="{406D3A0A-4752-48D8-A13A-3E636FC9542E}" type="sibTrans" cxnId="{734C09B1-0F11-4C80-9D66-CC0F97C8C51D}">
      <dgm:prSet/>
      <dgm:spPr/>
    </dgm:pt>
    <dgm:pt modelId="{5C958C0B-39DD-42AB-8B42-26E432666B47}">
      <dgm:prSet phldrT="[Texto]"/>
      <dgm:spPr/>
      <dgm:t>
        <a:bodyPr/>
        <a:lstStyle/>
        <a:p>
          <a:r>
            <a:rPr lang="es-ES"/>
            <a:t>Deudas con la Seguridad Social</a:t>
          </a:r>
        </a:p>
      </dgm:t>
    </dgm:pt>
    <dgm:pt modelId="{A5FFB389-4A78-44A6-AE15-54FC611E4E76}" type="parTrans" cxnId="{9925BBEE-E316-47C4-B292-8DE0C6F7C25F}">
      <dgm:prSet/>
      <dgm:spPr/>
    </dgm:pt>
    <dgm:pt modelId="{FD60E919-5AC0-4AA3-A097-5F18AB998F9B}" type="sibTrans" cxnId="{9925BBEE-E316-47C4-B292-8DE0C6F7C25F}">
      <dgm:prSet/>
      <dgm:spPr/>
    </dgm:pt>
    <dgm:pt modelId="{21D842BC-7258-4D45-A594-7BD123C2E991}">
      <dgm:prSet phldrT="[Texto]"/>
      <dgm:spPr/>
      <dgm:t>
        <a:bodyPr/>
        <a:lstStyle/>
        <a:p>
          <a:r>
            <a:rPr lang="es-ES"/>
            <a:t>Reservas</a:t>
          </a:r>
        </a:p>
      </dgm:t>
    </dgm:pt>
    <dgm:pt modelId="{8BA90931-7A44-480A-B174-2D7EB685808B}" type="parTrans" cxnId="{6B2B74DF-551C-4590-BDED-263FE99ABD11}">
      <dgm:prSet/>
      <dgm:spPr/>
    </dgm:pt>
    <dgm:pt modelId="{0C566F21-16A5-4EDF-843B-0A24B5D97315}" type="sibTrans" cxnId="{6B2B74DF-551C-4590-BDED-263FE99ABD11}">
      <dgm:prSet/>
      <dgm:spPr/>
    </dgm:pt>
    <dgm:pt modelId="{4864C259-933E-4466-8809-1BC5A6F45A1D}" type="pres">
      <dgm:prSet presAssocID="{4B5685B2-8D89-45F8-88DE-CEEF9F6968FC}" presName="Name0" presStyleCnt="0">
        <dgm:presLayoutVars>
          <dgm:dir/>
          <dgm:animLvl val="lvl"/>
          <dgm:resizeHandles val="exact"/>
        </dgm:presLayoutVars>
      </dgm:prSet>
      <dgm:spPr/>
    </dgm:pt>
    <dgm:pt modelId="{52D84AE8-36FB-4AEE-B274-CC2DA61CAFE8}" type="pres">
      <dgm:prSet presAssocID="{513DAF51-5FF1-4AB6-ABCE-77E2F2C0C450}" presName="composite" presStyleCnt="0"/>
      <dgm:spPr/>
    </dgm:pt>
    <dgm:pt modelId="{9488BF9B-9000-4AEA-857F-F4716B52649D}" type="pres">
      <dgm:prSet presAssocID="{513DAF51-5FF1-4AB6-ABCE-77E2F2C0C45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46D2A45-45D0-4936-AD86-6E63A1DA7459}" type="pres">
      <dgm:prSet presAssocID="{513DAF51-5FF1-4AB6-ABCE-77E2F2C0C450}" presName="desTx" presStyleLbl="alignAccFollowNode1" presStyleIdx="0" presStyleCnt="3">
        <dgm:presLayoutVars>
          <dgm:bulletEnabled val="1"/>
        </dgm:presLayoutVars>
      </dgm:prSet>
      <dgm:spPr/>
    </dgm:pt>
    <dgm:pt modelId="{B586B1FD-A154-47FD-9A90-47BFE26DB3D2}" type="pres">
      <dgm:prSet presAssocID="{050651B5-1101-4E85-8649-DCDEC89DE1E3}" presName="space" presStyleCnt="0"/>
      <dgm:spPr/>
    </dgm:pt>
    <dgm:pt modelId="{0360CCB9-B15F-4A5D-B6E7-6DC05B534D01}" type="pres">
      <dgm:prSet presAssocID="{CDF3F8B7-3E26-4611-8FDF-AE8B6F1AD51A}" presName="composite" presStyleCnt="0"/>
      <dgm:spPr/>
    </dgm:pt>
    <dgm:pt modelId="{039F0A33-845C-4CEF-AB81-1058DE878A02}" type="pres">
      <dgm:prSet presAssocID="{CDF3F8B7-3E26-4611-8FDF-AE8B6F1AD51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5FC9817-D46B-4E60-961F-47316A95EB9C}" type="pres">
      <dgm:prSet presAssocID="{CDF3F8B7-3E26-4611-8FDF-AE8B6F1AD51A}" presName="desTx" presStyleLbl="alignAccFollowNode1" presStyleIdx="1" presStyleCnt="3">
        <dgm:presLayoutVars>
          <dgm:bulletEnabled val="1"/>
        </dgm:presLayoutVars>
      </dgm:prSet>
      <dgm:spPr/>
    </dgm:pt>
    <dgm:pt modelId="{A4D854B6-79ED-4E22-A843-029EE5049E42}" type="pres">
      <dgm:prSet presAssocID="{C8A9A264-EBD7-4A47-9504-E79C3FA78021}" presName="space" presStyleCnt="0"/>
      <dgm:spPr/>
    </dgm:pt>
    <dgm:pt modelId="{F49FCD9B-6195-42EC-BE3A-6276B074C72F}" type="pres">
      <dgm:prSet presAssocID="{73B8CAD2-B284-44ED-A146-CB0F96C7D579}" presName="composite" presStyleCnt="0"/>
      <dgm:spPr/>
    </dgm:pt>
    <dgm:pt modelId="{9095FD78-6E84-40B3-A106-7AA29EC8557E}" type="pres">
      <dgm:prSet presAssocID="{73B8CAD2-B284-44ED-A146-CB0F96C7D57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AF536A8-2844-4013-83AF-BF132EC7C949}" type="pres">
      <dgm:prSet presAssocID="{73B8CAD2-B284-44ED-A146-CB0F96C7D57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F370103-8134-4C4E-A30E-F3C2FF8F2279}" type="presOf" srcId="{513DAF51-5FF1-4AB6-ABCE-77E2F2C0C450}" destId="{9488BF9B-9000-4AEA-857F-F4716B52649D}" srcOrd="0" destOrd="0" presId="urn:microsoft.com/office/officeart/2005/8/layout/hList1"/>
    <dgm:cxn modelId="{016BE019-A841-4134-B3BB-FFB1DA5A8FE5}" type="presOf" srcId="{21D842BC-7258-4D45-A594-7BD123C2E991}" destId="{3AF536A8-2844-4013-83AF-BF132EC7C949}" srcOrd="0" destOrd="1" presId="urn:microsoft.com/office/officeart/2005/8/layout/hList1"/>
    <dgm:cxn modelId="{6FED8E39-5355-4E40-A636-339CC5D6E0B9}" srcId="{CDF3F8B7-3E26-4611-8FDF-AE8B6F1AD51A}" destId="{B49B9A66-B9FD-4BAE-8D0E-493C870E9BC8}" srcOrd="0" destOrd="0" parTransId="{488A2721-DAE2-44E2-BFC7-C8A736FDF9D8}" sibTransId="{CF5B6C5B-E187-4539-8325-FE4061A5E62E}"/>
    <dgm:cxn modelId="{A42D455D-4E4A-4C93-BB22-66C61812A47C}" srcId="{73B8CAD2-B284-44ED-A146-CB0F96C7D579}" destId="{B0D21CF9-C709-4646-ACFA-A3A520124282}" srcOrd="2" destOrd="0" parTransId="{E1C97D89-6BC2-4D91-B859-017E77D9B8C2}" sibTransId="{3003C8AB-B0A2-4128-8197-3889A5516E08}"/>
    <dgm:cxn modelId="{DBD74B62-1AC9-45C4-84FC-FB08C1D89004}" type="presOf" srcId="{73B8CAD2-B284-44ED-A146-CB0F96C7D579}" destId="{9095FD78-6E84-40B3-A106-7AA29EC8557E}" srcOrd="0" destOrd="0" presId="urn:microsoft.com/office/officeart/2005/8/layout/hList1"/>
    <dgm:cxn modelId="{CB283744-3AE5-4E2E-AF63-202D1729684E}" type="presOf" srcId="{CDF3F8B7-3E26-4611-8FDF-AE8B6F1AD51A}" destId="{039F0A33-845C-4CEF-AB81-1058DE878A02}" srcOrd="0" destOrd="0" presId="urn:microsoft.com/office/officeart/2005/8/layout/hList1"/>
    <dgm:cxn modelId="{151F146B-1308-4E11-9478-2AD54E5BB663}" srcId="{4B5685B2-8D89-45F8-88DE-CEEF9F6968FC}" destId="{73B8CAD2-B284-44ED-A146-CB0F96C7D579}" srcOrd="2" destOrd="0" parTransId="{0C675F30-630C-4D1C-8FB1-86B394481177}" sibTransId="{4BF1C7AE-C327-4FAD-8BA6-CAED11D56967}"/>
    <dgm:cxn modelId="{F4659C4D-3BD4-4490-AACD-E1ECEBBB9ACC}" type="presOf" srcId="{45BE611D-5ED8-4EC6-BF65-DC2A9A61AFFE}" destId="{25FC9817-D46B-4E60-961F-47316A95EB9C}" srcOrd="0" destOrd="3" presId="urn:microsoft.com/office/officeart/2005/8/layout/hList1"/>
    <dgm:cxn modelId="{D0AAFA75-22E2-47EC-AA98-6B59A343C642}" type="presOf" srcId="{B0D21CF9-C709-4646-ACFA-A3A520124282}" destId="{3AF536A8-2844-4013-83AF-BF132EC7C949}" srcOrd="0" destOrd="2" presId="urn:microsoft.com/office/officeart/2005/8/layout/hList1"/>
    <dgm:cxn modelId="{3F8A9B58-5EF8-47F4-80FD-7BB4F632BB62}" srcId="{4B5685B2-8D89-45F8-88DE-CEEF9F6968FC}" destId="{CDF3F8B7-3E26-4611-8FDF-AE8B6F1AD51A}" srcOrd="1" destOrd="0" parTransId="{4BDDA7FA-0272-4774-B37F-645499B689F1}" sibTransId="{C8A9A264-EBD7-4A47-9504-E79C3FA78021}"/>
    <dgm:cxn modelId="{69736B83-CEDF-4DB7-9BF4-40E46A885E95}" type="presOf" srcId="{1C785C87-4589-479A-8B2C-66AB27D3F35D}" destId="{C46D2A45-45D0-4936-AD86-6E63A1DA7459}" srcOrd="0" destOrd="0" presId="urn:microsoft.com/office/officeart/2005/8/layout/hList1"/>
    <dgm:cxn modelId="{77C29793-2880-47BE-9ECA-43765B74179E}" srcId="{CDF3F8B7-3E26-4611-8FDF-AE8B6F1AD51A}" destId="{45BE611D-5ED8-4EC6-BF65-DC2A9A61AFFE}" srcOrd="3" destOrd="0" parTransId="{2F998951-D422-467E-B4D5-F7D4100733E0}" sibTransId="{AA743206-D37D-4C8E-99AF-E0E44B18B6B1}"/>
    <dgm:cxn modelId="{9E6B069A-39A6-422A-B604-DA5337B5A97E}" srcId="{73B8CAD2-B284-44ED-A146-CB0F96C7D579}" destId="{7B5926C6-0A76-4B27-950A-BCB3D7E0302E}" srcOrd="0" destOrd="0" parTransId="{9A13BCF4-FED9-4296-9C68-601F3A62E088}" sibTransId="{329490B6-B6FF-46BF-BCC8-D6E3F09DC636}"/>
    <dgm:cxn modelId="{41AD90AE-FBE6-4595-92CB-7EB75FA66EF7}" srcId="{CDF3F8B7-3E26-4611-8FDF-AE8B6F1AD51A}" destId="{7B6C4A98-32C6-4E05-BEE4-08B924650C7A}" srcOrd="1" destOrd="0" parTransId="{0D8375C3-0C9D-40CD-BC66-68E261560C8B}" sibTransId="{0967A991-E386-4AF8-85BC-7A68FEDD1F3E}"/>
    <dgm:cxn modelId="{C224D9AF-12B7-461D-BABB-3F5813EF0156}" srcId="{4B5685B2-8D89-45F8-88DE-CEEF9F6968FC}" destId="{513DAF51-5FF1-4AB6-ABCE-77E2F2C0C450}" srcOrd="0" destOrd="0" parTransId="{57F7ABA1-6E9B-48A5-A6A2-5D3665A6F277}" sibTransId="{050651B5-1101-4E85-8649-DCDEC89DE1E3}"/>
    <dgm:cxn modelId="{734C09B1-0F11-4C80-9D66-CC0F97C8C51D}" srcId="{CDF3F8B7-3E26-4611-8FDF-AE8B6F1AD51A}" destId="{AB690EC8-541C-43FE-B84F-7013C32F31E1}" srcOrd="2" destOrd="0" parTransId="{8AC48085-D88D-4D9C-B9BC-B073B23AE2B4}" sibTransId="{406D3A0A-4752-48D8-A13A-3E636FC9542E}"/>
    <dgm:cxn modelId="{9B09E7BB-E2EB-4822-AE4A-9673609C65F8}" type="presOf" srcId="{AB690EC8-541C-43FE-B84F-7013C32F31E1}" destId="{25FC9817-D46B-4E60-961F-47316A95EB9C}" srcOrd="0" destOrd="2" presId="urn:microsoft.com/office/officeart/2005/8/layout/hList1"/>
    <dgm:cxn modelId="{85AED6C3-24D2-4192-8D17-6463DD259DD8}" type="presOf" srcId="{5C958C0B-39DD-42AB-8B42-26E432666B47}" destId="{25FC9817-D46B-4E60-961F-47316A95EB9C}" srcOrd="0" destOrd="4" presId="urn:microsoft.com/office/officeart/2005/8/layout/hList1"/>
    <dgm:cxn modelId="{6B2B74DF-551C-4590-BDED-263FE99ABD11}" srcId="{73B8CAD2-B284-44ED-A146-CB0F96C7D579}" destId="{21D842BC-7258-4D45-A594-7BD123C2E991}" srcOrd="1" destOrd="0" parTransId="{8BA90931-7A44-480A-B174-2D7EB685808B}" sibTransId="{0C566F21-16A5-4EDF-843B-0A24B5D97315}"/>
    <dgm:cxn modelId="{AB2A65E8-85EC-468A-89D4-179BE6E79CEE}" type="presOf" srcId="{7B5926C6-0A76-4B27-950A-BCB3D7E0302E}" destId="{3AF536A8-2844-4013-83AF-BF132EC7C949}" srcOrd="0" destOrd="0" presId="urn:microsoft.com/office/officeart/2005/8/layout/hList1"/>
    <dgm:cxn modelId="{9925BBEE-E316-47C4-B292-8DE0C6F7C25F}" srcId="{CDF3F8B7-3E26-4611-8FDF-AE8B6F1AD51A}" destId="{5C958C0B-39DD-42AB-8B42-26E432666B47}" srcOrd="4" destOrd="0" parTransId="{A5FFB389-4A78-44A6-AE15-54FC611E4E76}" sibTransId="{FD60E919-5AC0-4AA3-A097-5F18AB998F9B}"/>
    <dgm:cxn modelId="{179C97F0-4151-4286-9ACC-8749649CD63A}" srcId="{513DAF51-5FF1-4AB6-ABCE-77E2F2C0C450}" destId="{1C785C87-4589-479A-8B2C-66AB27D3F35D}" srcOrd="0" destOrd="0" parTransId="{6C25D835-C79E-4A3A-B796-12FFD3D3F66F}" sibTransId="{AE5B250F-6727-4C92-8F72-4137B1B5F3B7}"/>
    <dgm:cxn modelId="{DC3DE0F0-B98E-45C1-95E8-0B77CA7A4602}" type="presOf" srcId="{7B6C4A98-32C6-4E05-BEE4-08B924650C7A}" destId="{25FC9817-D46B-4E60-961F-47316A95EB9C}" srcOrd="0" destOrd="1" presId="urn:microsoft.com/office/officeart/2005/8/layout/hList1"/>
    <dgm:cxn modelId="{964513F5-EF6A-4154-9536-1FC1AAA125AC}" type="presOf" srcId="{B49B9A66-B9FD-4BAE-8D0E-493C870E9BC8}" destId="{25FC9817-D46B-4E60-961F-47316A95EB9C}" srcOrd="0" destOrd="0" presId="urn:microsoft.com/office/officeart/2005/8/layout/hList1"/>
    <dgm:cxn modelId="{706D64FC-D26C-42FB-89CC-CA2AAA85B4BA}" type="presOf" srcId="{4B5685B2-8D89-45F8-88DE-CEEF9F6968FC}" destId="{4864C259-933E-4466-8809-1BC5A6F45A1D}" srcOrd="0" destOrd="0" presId="urn:microsoft.com/office/officeart/2005/8/layout/hList1"/>
    <dgm:cxn modelId="{2B53E79F-D48E-4E3B-9875-86A500717A02}" type="presParOf" srcId="{4864C259-933E-4466-8809-1BC5A6F45A1D}" destId="{52D84AE8-36FB-4AEE-B274-CC2DA61CAFE8}" srcOrd="0" destOrd="0" presId="urn:microsoft.com/office/officeart/2005/8/layout/hList1"/>
    <dgm:cxn modelId="{8A5EDF57-92A9-4769-ABEF-C53549BDD180}" type="presParOf" srcId="{52D84AE8-36FB-4AEE-B274-CC2DA61CAFE8}" destId="{9488BF9B-9000-4AEA-857F-F4716B52649D}" srcOrd="0" destOrd="0" presId="urn:microsoft.com/office/officeart/2005/8/layout/hList1"/>
    <dgm:cxn modelId="{028C0B32-B6CD-442C-8A57-D38C021D7E41}" type="presParOf" srcId="{52D84AE8-36FB-4AEE-B274-CC2DA61CAFE8}" destId="{C46D2A45-45D0-4936-AD86-6E63A1DA7459}" srcOrd="1" destOrd="0" presId="urn:microsoft.com/office/officeart/2005/8/layout/hList1"/>
    <dgm:cxn modelId="{D1476B84-90CF-4E84-8F4E-B75C5D2B6DED}" type="presParOf" srcId="{4864C259-933E-4466-8809-1BC5A6F45A1D}" destId="{B586B1FD-A154-47FD-9A90-47BFE26DB3D2}" srcOrd="1" destOrd="0" presId="urn:microsoft.com/office/officeart/2005/8/layout/hList1"/>
    <dgm:cxn modelId="{BFBE8E82-4920-4E32-8F79-CF847300D075}" type="presParOf" srcId="{4864C259-933E-4466-8809-1BC5A6F45A1D}" destId="{0360CCB9-B15F-4A5D-B6E7-6DC05B534D01}" srcOrd="2" destOrd="0" presId="urn:microsoft.com/office/officeart/2005/8/layout/hList1"/>
    <dgm:cxn modelId="{2379EC06-F88B-46DE-AC28-E468545C59B0}" type="presParOf" srcId="{0360CCB9-B15F-4A5D-B6E7-6DC05B534D01}" destId="{039F0A33-845C-4CEF-AB81-1058DE878A02}" srcOrd="0" destOrd="0" presId="urn:microsoft.com/office/officeart/2005/8/layout/hList1"/>
    <dgm:cxn modelId="{CF1829D8-C388-4FD9-9EA8-0D47ED2C1D45}" type="presParOf" srcId="{0360CCB9-B15F-4A5D-B6E7-6DC05B534D01}" destId="{25FC9817-D46B-4E60-961F-47316A95EB9C}" srcOrd="1" destOrd="0" presId="urn:microsoft.com/office/officeart/2005/8/layout/hList1"/>
    <dgm:cxn modelId="{9C54B02B-E700-4604-B1EA-74ED0E142944}" type="presParOf" srcId="{4864C259-933E-4466-8809-1BC5A6F45A1D}" destId="{A4D854B6-79ED-4E22-A843-029EE5049E42}" srcOrd="3" destOrd="0" presId="urn:microsoft.com/office/officeart/2005/8/layout/hList1"/>
    <dgm:cxn modelId="{F9939F9E-67B4-41DD-9B59-355D489340AA}" type="presParOf" srcId="{4864C259-933E-4466-8809-1BC5A6F45A1D}" destId="{F49FCD9B-6195-42EC-BE3A-6276B074C72F}" srcOrd="4" destOrd="0" presId="urn:microsoft.com/office/officeart/2005/8/layout/hList1"/>
    <dgm:cxn modelId="{6468C296-D668-4C0D-9788-1C5B865DCEB7}" type="presParOf" srcId="{F49FCD9B-6195-42EC-BE3A-6276B074C72F}" destId="{9095FD78-6E84-40B3-A106-7AA29EC8557E}" srcOrd="0" destOrd="0" presId="urn:microsoft.com/office/officeart/2005/8/layout/hList1"/>
    <dgm:cxn modelId="{D682A170-6072-4E6E-80EF-1082D0A0D712}" type="presParOf" srcId="{F49FCD9B-6195-42EC-BE3A-6276B074C72F}" destId="{3AF536A8-2844-4013-83AF-BF132EC7C94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F60356-E3A2-4386-BB9B-5E737AEC33D2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C4D1535-F223-4940-8E7D-3C8BC5A39DFC}">
      <dgm:prSet phldrT="[Texto]"/>
      <dgm:spPr/>
      <dgm:t>
        <a:bodyPr/>
        <a:lstStyle/>
        <a:p>
          <a:r>
            <a:rPr lang="es-ES"/>
            <a:t>ACTIVO</a:t>
          </a:r>
        </a:p>
      </dgm:t>
    </dgm:pt>
    <dgm:pt modelId="{4CD8DDA8-0E37-4F77-9BB6-71ABBBB0249F}" type="parTrans" cxnId="{96C3CCD6-82B5-43AB-BD32-3DF88CE9AAD5}">
      <dgm:prSet/>
      <dgm:spPr/>
      <dgm:t>
        <a:bodyPr/>
        <a:lstStyle/>
        <a:p>
          <a:endParaRPr lang="es-ES"/>
        </a:p>
      </dgm:t>
    </dgm:pt>
    <dgm:pt modelId="{19AF7E0C-B450-4048-BB4C-9671014CE314}" type="sibTrans" cxnId="{96C3CCD6-82B5-43AB-BD32-3DF88CE9AAD5}">
      <dgm:prSet/>
      <dgm:spPr/>
      <dgm:t>
        <a:bodyPr/>
        <a:lstStyle/>
        <a:p>
          <a:endParaRPr lang="es-ES"/>
        </a:p>
      </dgm:t>
    </dgm:pt>
    <dgm:pt modelId="{A5BADB4E-EE61-495F-BD6C-BA0DFDAA8704}">
      <dgm:prSet phldrT="[Texto]"/>
      <dgm:spPr/>
      <dgm:t>
        <a:bodyPr/>
        <a:lstStyle/>
        <a:p>
          <a:r>
            <a:rPr lang="es-ES"/>
            <a:t>ACTIVO NO CORRIENTE</a:t>
          </a:r>
        </a:p>
      </dgm:t>
    </dgm:pt>
    <dgm:pt modelId="{20456A00-7426-4A09-A33D-66116351348C}" type="parTrans" cxnId="{843C679C-DC09-43AE-AF88-B77974C54B50}">
      <dgm:prSet/>
      <dgm:spPr/>
      <dgm:t>
        <a:bodyPr/>
        <a:lstStyle/>
        <a:p>
          <a:endParaRPr lang="es-ES"/>
        </a:p>
      </dgm:t>
    </dgm:pt>
    <dgm:pt modelId="{04B798F4-48A7-418A-BA05-B38172E08835}" type="sibTrans" cxnId="{843C679C-DC09-43AE-AF88-B77974C54B50}">
      <dgm:prSet/>
      <dgm:spPr/>
      <dgm:t>
        <a:bodyPr/>
        <a:lstStyle/>
        <a:p>
          <a:endParaRPr lang="es-ES"/>
        </a:p>
      </dgm:t>
    </dgm:pt>
    <dgm:pt modelId="{637287DC-DB1A-40BD-9DB8-96BBADB09433}">
      <dgm:prSet phldrT="[Texto]"/>
      <dgm:spPr>
        <a:solidFill>
          <a:srgbClr val="00B050"/>
        </a:solidFill>
      </dgm:spPr>
      <dgm:t>
        <a:bodyPr/>
        <a:lstStyle/>
        <a:p>
          <a:r>
            <a:rPr lang="es-ES"/>
            <a:t>EXISTENCIAS</a:t>
          </a:r>
        </a:p>
      </dgm:t>
    </dgm:pt>
    <dgm:pt modelId="{C158C9F7-E29D-4E7D-BBCA-E9F4EE7A8B86}" type="parTrans" cxnId="{551D7CC1-00B6-4D10-AFCB-107ACF93B19B}">
      <dgm:prSet/>
      <dgm:spPr/>
      <dgm:t>
        <a:bodyPr/>
        <a:lstStyle/>
        <a:p>
          <a:endParaRPr lang="es-ES"/>
        </a:p>
      </dgm:t>
    </dgm:pt>
    <dgm:pt modelId="{D865ECEC-BF6A-4DAA-AB19-005E11A7B09C}" type="sibTrans" cxnId="{551D7CC1-00B6-4D10-AFCB-107ACF93B19B}">
      <dgm:prSet/>
      <dgm:spPr/>
      <dgm:t>
        <a:bodyPr/>
        <a:lstStyle/>
        <a:p>
          <a:endParaRPr lang="es-ES"/>
        </a:p>
      </dgm:t>
    </dgm:pt>
    <dgm:pt modelId="{1E72DCD4-8160-446C-8F69-800D6CE4C135}">
      <dgm:prSet phldrT="[Texto]"/>
      <dgm:spPr/>
      <dgm:t>
        <a:bodyPr/>
        <a:lstStyle/>
        <a:p>
          <a:r>
            <a:rPr lang="es-ES"/>
            <a:t>PASIVO</a:t>
          </a:r>
        </a:p>
      </dgm:t>
    </dgm:pt>
    <dgm:pt modelId="{2667FDAD-FFA2-4000-96A2-46B48672A1F5}" type="parTrans" cxnId="{11542B35-D487-46F5-B677-DCA46F28454D}">
      <dgm:prSet/>
      <dgm:spPr/>
      <dgm:t>
        <a:bodyPr/>
        <a:lstStyle/>
        <a:p>
          <a:endParaRPr lang="es-ES"/>
        </a:p>
      </dgm:t>
    </dgm:pt>
    <dgm:pt modelId="{9DCDEC32-5C6E-46B4-9F2D-86A236A5224B}" type="sibTrans" cxnId="{11542B35-D487-46F5-B677-DCA46F28454D}">
      <dgm:prSet/>
      <dgm:spPr/>
      <dgm:t>
        <a:bodyPr/>
        <a:lstStyle/>
        <a:p>
          <a:endParaRPr lang="es-ES"/>
        </a:p>
      </dgm:t>
    </dgm:pt>
    <dgm:pt modelId="{D52974CD-506C-4947-B839-5A1F5D19E716}">
      <dgm:prSet phldrT="[Texto]"/>
      <dgm:spPr/>
      <dgm:t>
        <a:bodyPr/>
        <a:lstStyle/>
        <a:p>
          <a:r>
            <a:rPr lang="es-ES"/>
            <a:t>PATRIMONIO NETO </a:t>
          </a:r>
        </a:p>
      </dgm:t>
    </dgm:pt>
    <dgm:pt modelId="{7CC0F3E0-FEF3-4A41-A8F8-4E89A7D3A9EA}" type="parTrans" cxnId="{4B226D40-0FFA-4891-972A-5491C32262BA}">
      <dgm:prSet/>
      <dgm:spPr/>
      <dgm:t>
        <a:bodyPr/>
        <a:lstStyle/>
        <a:p>
          <a:endParaRPr lang="es-ES"/>
        </a:p>
      </dgm:t>
    </dgm:pt>
    <dgm:pt modelId="{4B6CE639-E15E-4C40-9EEE-70C2B6DE662D}" type="sibTrans" cxnId="{4B226D40-0FFA-4891-972A-5491C32262BA}">
      <dgm:prSet/>
      <dgm:spPr/>
      <dgm:t>
        <a:bodyPr/>
        <a:lstStyle/>
        <a:p>
          <a:endParaRPr lang="es-ES"/>
        </a:p>
      </dgm:t>
    </dgm:pt>
    <dgm:pt modelId="{18C29CAB-4457-41EA-B4C0-3EA16CAF0A67}">
      <dgm:prSet phldrT="[Texto]"/>
      <dgm:spPr/>
      <dgm:t>
        <a:bodyPr/>
        <a:lstStyle/>
        <a:p>
          <a:r>
            <a:rPr lang="es-ES"/>
            <a:t>PASIVO NO CORRIENTE</a:t>
          </a:r>
        </a:p>
      </dgm:t>
    </dgm:pt>
    <dgm:pt modelId="{DA159327-8E23-44FF-8923-FBCB339BC5E3}" type="parTrans" cxnId="{15609DCB-3D96-452D-B73E-1C26B20DC67C}">
      <dgm:prSet/>
      <dgm:spPr/>
      <dgm:t>
        <a:bodyPr/>
        <a:lstStyle/>
        <a:p>
          <a:endParaRPr lang="es-ES"/>
        </a:p>
      </dgm:t>
    </dgm:pt>
    <dgm:pt modelId="{52DF7E80-1579-4DD8-8BA8-BD181E04E726}" type="sibTrans" cxnId="{15609DCB-3D96-452D-B73E-1C26B20DC67C}">
      <dgm:prSet/>
      <dgm:spPr/>
      <dgm:t>
        <a:bodyPr/>
        <a:lstStyle/>
        <a:p>
          <a:endParaRPr lang="es-ES"/>
        </a:p>
      </dgm:t>
    </dgm:pt>
    <dgm:pt modelId="{56C18DB4-9F26-411C-955E-01291B28DBB4}">
      <dgm:prSet phldrT="[Texto]"/>
      <dgm:spPr>
        <a:solidFill>
          <a:srgbClr val="00B050"/>
        </a:solidFill>
      </dgm:spPr>
      <dgm:t>
        <a:bodyPr/>
        <a:lstStyle/>
        <a:p>
          <a:r>
            <a:rPr lang="es-ES"/>
            <a:t>PASIVO CORRIENTE</a:t>
          </a:r>
        </a:p>
      </dgm:t>
    </dgm:pt>
    <dgm:pt modelId="{BA9340FF-0DF5-45CE-B111-B365A9086AD6}" type="parTrans" cxnId="{B857EA91-BC22-4B8B-8C88-9290FE3FF3DC}">
      <dgm:prSet/>
      <dgm:spPr/>
      <dgm:t>
        <a:bodyPr/>
        <a:lstStyle/>
        <a:p>
          <a:endParaRPr lang="es-ES"/>
        </a:p>
      </dgm:t>
    </dgm:pt>
    <dgm:pt modelId="{DABC9514-EA6B-4601-A7B1-F08B7C2E301D}" type="sibTrans" cxnId="{B857EA91-BC22-4B8B-8C88-9290FE3FF3DC}">
      <dgm:prSet/>
      <dgm:spPr/>
      <dgm:t>
        <a:bodyPr/>
        <a:lstStyle/>
        <a:p>
          <a:endParaRPr lang="es-ES"/>
        </a:p>
      </dgm:t>
    </dgm:pt>
    <dgm:pt modelId="{E404A811-D609-4036-872B-E6D5B9DA8342}">
      <dgm:prSet/>
      <dgm:spPr>
        <a:solidFill>
          <a:srgbClr val="00B050"/>
        </a:solidFill>
      </dgm:spPr>
      <dgm:t>
        <a:bodyPr/>
        <a:lstStyle/>
        <a:p>
          <a:r>
            <a:rPr lang="es-ES"/>
            <a:t>REALIZABLE</a:t>
          </a:r>
        </a:p>
      </dgm:t>
    </dgm:pt>
    <dgm:pt modelId="{3F0F41B2-E10B-4B86-A046-9C80C2921CE4}" type="parTrans" cxnId="{3190F60A-FB67-46D8-AD34-3C86C7A4F034}">
      <dgm:prSet/>
      <dgm:spPr/>
    </dgm:pt>
    <dgm:pt modelId="{4E16B419-94F1-4AA4-AEDF-CB377CF926FF}" type="sibTrans" cxnId="{3190F60A-FB67-46D8-AD34-3C86C7A4F034}">
      <dgm:prSet/>
      <dgm:spPr/>
    </dgm:pt>
    <dgm:pt modelId="{88DC23EC-68B3-4D5C-95B1-7B553A5817D2}">
      <dgm:prSet/>
      <dgm:spPr>
        <a:solidFill>
          <a:srgbClr val="00B050"/>
        </a:solidFill>
      </dgm:spPr>
      <dgm:t>
        <a:bodyPr/>
        <a:lstStyle/>
        <a:p>
          <a:r>
            <a:rPr lang="es-ES"/>
            <a:t>DISPONIBLE</a:t>
          </a:r>
        </a:p>
      </dgm:t>
    </dgm:pt>
    <dgm:pt modelId="{61C5C932-4703-4D86-A55C-E4322840CA2A}" type="parTrans" cxnId="{52A3E9B6-3620-4544-8843-13B820C1575B}">
      <dgm:prSet/>
      <dgm:spPr/>
    </dgm:pt>
    <dgm:pt modelId="{83D8D893-7FE8-4C4B-B507-65A3E28EF3BF}" type="sibTrans" cxnId="{52A3E9B6-3620-4544-8843-13B820C1575B}">
      <dgm:prSet/>
      <dgm:spPr/>
    </dgm:pt>
    <dgm:pt modelId="{2BDC84B2-728D-442E-9D15-438AA7E605FD}" type="pres">
      <dgm:prSet presAssocID="{E6F60356-E3A2-4386-BB9B-5E737AEC33D2}" presName="theList" presStyleCnt="0">
        <dgm:presLayoutVars>
          <dgm:dir/>
          <dgm:animLvl val="lvl"/>
          <dgm:resizeHandles val="exact"/>
        </dgm:presLayoutVars>
      </dgm:prSet>
      <dgm:spPr/>
    </dgm:pt>
    <dgm:pt modelId="{AD9366F9-31F2-4DDC-B8D3-A7E7AD84C2FC}" type="pres">
      <dgm:prSet presAssocID="{3C4D1535-F223-4940-8E7D-3C8BC5A39DFC}" presName="compNode" presStyleCnt="0"/>
      <dgm:spPr/>
    </dgm:pt>
    <dgm:pt modelId="{2B2E4D01-B7C3-4D70-B5D4-80D64E447E48}" type="pres">
      <dgm:prSet presAssocID="{3C4D1535-F223-4940-8E7D-3C8BC5A39DFC}" presName="aNode" presStyleLbl="bgShp" presStyleIdx="0" presStyleCnt="2"/>
      <dgm:spPr/>
    </dgm:pt>
    <dgm:pt modelId="{AFADF575-0B40-4548-A0F9-F54544E026DF}" type="pres">
      <dgm:prSet presAssocID="{3C4D1535-F223-4940-8E7D-3C8BC5A39DFC}" presName="textNode" presStyleLbl="bgShp" presStyleIdx="0" presStyleCnt="2"/>
      <dgm:spPr/>
    </dgm:pt>
    <dgm:pt modelId="{C1EEFD51-5A07-428E-ADCD-0978D6968FDA}" type="pres">
      <dgm:prSet presAssocID="{3C4D1535-F223-4940-8E7D-3C8BC5A39DFC}" presName="compChildNode" presStyleCnt="0"/>
      <dgm:spPr/>
    </dgm:pt>
    <dgm:pt modelId="{2ED224E9-A52C-48B6-861F-177443F28935}" type="pres">
      <dgm:prSet presAssocID="{3C4D1535-F223-4940-8E7D-3C8BC5A39DFC}" presName="theInnerList" presStyleCnt="0"/>
      <dgm:spPr/>
    </dgm:pt>
    <dgm:pt modelId="{DEA305F7-C7E6-406D-9AB4-043CBCD5F473}" type="pres">
      <dgm:prSet presAssocID="{A5BADB4E-EE61-495F-BD6C-BA0DFDAA8704}" presName="childNode" presStyleLbl="node1" presStyleIdx="0" presStyleCnt="7">
        <dgm:presLayoutVars>
          <dgm:bulletEnabled val="1"/>
        </dgm:presLayoutVars>
      </dgm:prSet>
      <dgm:spPr/>
    </dgm:pt>
    <dgm:pt modelId="{15C5BF20-0361-4BFD-8DEA-69791B3F7280}" type="pres">
      <dgm:prSet presAssocID="{A5BADB4E-EE61-495F-BD6C-BA0DFDAA8704}" presName="aSpace2" presStyleCnt="0"/>
      <dgm:spPr/>
    </dgm:pt>
    <dgm:pt modelId="{F7059FB1-AC5B-4548-8DC7-056F30EFD30A}" type="pres">
      <dgm:prSet presAssocID="{637287DC-DB1A-40BD-9DB8-96BBADB09433}" presName="childNode" presStyleLbl="node1" presStyleIdx="1" presStyleCnt="7">
        <dgm:presLayoutVars>
          <dgm:bulletEnabled val="1"/>
        </dgm:presLayoutVars>
      </dgm:prSet>
      <dgm:spPr/>
    </dgm:pt>
    <dgm:pt modelId="{A8EBC013-08C7-4737-B981-F599A78EC3DF}" type="pres">
      <dgm:prSet presAssocID="{637287DC-DB1A-40BD-9DB8-96BBADB09433}" presName="aSpace2" presStyleCnt="0"/>
      <dgm:spPr/>
    </dgm:pt>
    <dgm:pt modelId="{CA64A64F-0014-4D5F-9AC3-6FE6E349EC1A}" type="pres">
      <dgm:prSet presAssocID="{E404A811-D609-4036-872B-E6D5B9DA8342}" presName="childNode" presStyleLbl="node1" presStyleIdx="2" presStyleCnt="7">
        <dgm:presLayoutVars>
          <dgm:bulletEnabled val="1"/>
        </dgm:presLayoutVars>
      </dgm:prSet>
      <dgm:spPr/>
    </dgm:pt>
    <dgm:pt modelId="{AC253646-9CE8-481A-B6B9-C758E4CBCAE1}" type="pres">
      <dgm:prSet presAssocID="{E404A811-D609-4036-872B-E6D5B9DA8342}" presName="aSpace2" presStyleCnt="0"/>
      <dgm:spPr/>
    </dgm:pt>
    <dgm:pt modelId="{6EA35884-0D9D-4624-880B-BDA87D8C5DA7}" type="pres">
      <dgm:prSet presAssocID="{88DC23EC-68B3-4D5C-95B1-7B553A5817D2}" presName="childNode" presStyleLbl="node1" presStyleIdx="3" presStyleCnt="7">
        <dgm:presLayoutVars>
          <dgm:bulletEnabled val="1"/>
        </dgm:presLayoutVars>
      </dgm:prSet>
      <dgm:spPr/>
    </dgm:pt>
    <dgm:pt modelId="{BB693C0D-0A4C-4C62-8763-21E47C2B8219}" type="pres">
      <dgm:prSet presAssocID="{3C4D1535-F223-4940-8E7D-3C8BC5A39DFC}" presName="aSpace" presStyleCnt="0"/>
      <dgm:spPr/>
    </dgm:pt>
    <dgm:pt modelId="{90C543A5-CE1C-4514-AB5E-0432EBC2357C}" type="pres">
      <dgm:prSet presAssocID="{1E72DCD4-8160-446C-8F69-800D6CE4C135}" presName="compNode" presStyleCnt="0"/>
      <dgm:spPr/>
    </dgm:pt>
    <dgm:pt modelId="{AD238C67-8E60-4943-A569-FB85BA11C2EA}" type="pres">
      <dgm:prSet presAssocID="{1E72DCD4-8160-446C-8F69-800D6CE4C135}" presName="aNode" presStyleLbl="bgShp" presStyleIdx="1" presStyleCnt="2"/>
      <dgm:spPr/>
    </dgm:pt>
    <dgm:pt modelId="{8F244147-1D88-4188-9509-60033E4B833C}" type="pres">
      <dgm:prSet presAssocID="{1E72DCD4-8160-446C-8F69-800D6CE4C135}" presName="textNode" presStyleLbl="bgShp" presStyleIdx="1" presStyleCnt="2"/>
      <dgm:spPr/>
    </dgm:pt>
    <dgm:pt modelId="{02855759-2627-4D0F-9CE4-C8278D31927E}" type="pres">
      <dgm:prSet presAssocID="{1E72DCD4-8160-446C-8F69-800D6CE4C135}" presName="compChildNode" presStyleCnt="0"/>
      <dgm:spPr/>
    </dgm:pt>
    <dgm:pt modelId="{17A15D6A-43D6-4803-81CE-4CBCC5B808F2}" type="pres">
      <dgm:prSet presAssocID="{1E72DCD4-8160-446C-8F69-800D6CE4C135}" presName="theInnerList" presStyleCnt="0"/>
      <dgm:spPr/>
    </dgm:pt>
    <dgm:pt modelId="{54B3B9C5-4110-47AC-882E-CB80BFA3CFCF}" type="pres">
      <dgm:prSet presAssocID="{D52974CD-506C-4947-B839-5A1F5D19E716}" presName="childNode" presStyleLbl="node1" presStyleIdx="4" presStyleCnt="7">
        <dgm:presLayoutVars>
          <dgm:bulletEnabled val="1"/>
        </dgm:presLayoutVars>
      </dgm:prSet>
      <dgm:spPr/>
    </dgm:pt>
    <dgm:pt modelId="{C7A1E390-B5AE-4AAD-8BD9-C69A5C745F4F}" type="pres">
      <dgm:prSet presAssocID="{D52974CD-506C-4947-B839-5A1F5D19E716}" presName="aSpace2" presStyleCnt="0"/>
      <dgm:spPr/>
    </dgm:pt>
    <dgm:pt modelId="{11E1F0F4-DBB0-41A4-96BB-FECA7A3298B4}" type="pres">
      <dgm:prSet presAssocID="{18C29CAB-4457-41EA-B4C0-3EA16CAF0A67}" presName="childNode" presStyleLbl="node1" presStyleIdx="5" presStyleCnt="7">
        <dgm:presLayoutVars>
          <dgm:bulletEnabled val="1"/>
        </dgm:presLayoutVars>
      </dgm:prSet>
      <dgm:spPr/>
    </dgm:pt>
    <dgm:pt modelId="{D1CAC5C1-DA69-42E2-8ED2-B1EE9B3D943F}" type="pres">
      <dgm:prSet presAssocID="{18C29CAB-4457-41EA-B4C0-3EA16CAF0A67}" presName="aSpace2" presStyleCnt="0"/>
      <dgm:spPr/>
    </dgm:pt>
    <dgm:pt modelId="{6B5F06A8-D323-4B1A-8B28-100B192B6381}" type="pres">
      <dgm:prSet presAssocID="{56C18DB4-9F26-411C-955E-01291B28DBB4}" presName="childNode" presStyleLbl="node1" presStyleIdx="6" presStyleCnt="7" custScaleY="667464">
        <dgm:presLayoutVars>
          <dgm:bulletEnabled val="1"/>
        </dgm:presLayoutVars>
      </dgm:prSet>
      <dgm:spPr/>
    </dgm:pt>
  </dgm:ptLst>
  <dgm:cxnLst>
    <dgm:cxn modelId="{3190F60A-FB67-46D8-AD34-3C86C7A4F034}" srcId="{3C4D1535-F223-4940-8E7D-3C8BC5A39DFC}" destId="{E404A811-D609-4036-872B-E6D5B9DA8342}" srcOrd="2" destOrd="0" parTransId="{3F0F41B2-E10B-4B86-A046-9C80C2921CE4}" sibTransId="{4E16B419-94F1-4AA4-AEDF-CB377CF926FF}"/>
    <dgm:cxn modelId="{5BECDA1A-D465-453B-A9AB-E1BCFD3DEE34}" type="presOf" srcId="{D52974CD-506C-4947-B839-5A1F5D19E716}" destId="{54B3B9C5-4110-47AC-882E-CB80BFA3CFCF}" srcOrd="0" destOrd="0" presId="urn:microsoft.com/office/officeart/2005/8/layout/lProcess2"/>
    <dgm:cxn modelId="{FF319E34-37B3-4EDF-8C11-798929E6A3EB}" type="presOf" srcId="{E404A811-D609-4036-872B-E6D5B9DA8342}" destId="{CA64A64F-0014-4D5F-9AC3-6FE6E349EC1A}" srcOrd="0" destOrd="0" presId="urn:microsoft.com/office/officeart/2005/8/layout/lProcess2"/>
    <dgm:cxn modelId="{11542B35-D487-46F5-B677-DCA46F28454D}" srcId="{E6F60356-E3A2-4386-BB9B-5E737AEC33D2}" destId="{1E72DCD4-8160-446C-8F69-800D6CE4C135}" srcOrd="1" destOrd="0" parTransId="{2667FDAD-FFA2-4000-96A2-46B48672A1F5}" sibTransId="{9DCDEC32-5C6E-46B4-9F2D-86A236A5224B}"/>
    <dgm:cxn modelId="{4B226D40-0FFA-4891-972A-5491C32262BA}" srcId="{1E72DCD4-8160-446C-8F69-800D6CE4C135}" destId="{D52974CD-506C-4947-B839-5A1F5D19E716}" srcOrd="0" destOrd="0" parTransId="{7CC0F3E0-FEF3-4A41-A8F8-4E89A7D3A9EA}" sibTransId="{4B6CE639-E15E-4C40-9EEE-70C2B6DE662D}"/>
    <dgm:cxn modelId="{BFF05662-90AE-48F0-811C-D03D9FCD73FB}" type="presOf" srcId="{637287DC-DB1A-40BD-9DB8-96BBADB09433}" destId="{F7059FB1-AC5B-4548-8DC7-056F30EFD30A}" srcOrd="0" destOrd="0" presId="urn:microsoft.com/office/officeart/2005/8/layout/lProcess2"/>
    <dgm:cxn modelId="{5A4C016D-35DC-44F6-A5A3-3E11E7595935}" type="presOf" srcId="{3C4D1535-F223-4940-8E7D-3C8BC5A39DFC}" destId="{AFADF575-0B40-4548-A0F9-F54544E026DF}" srcOrd="1" destOrd="0" presId="urn:microsoft.com/office/officeart/2005/8/layout/lProcess2"/>
    <dgm:cxn modelId="{C73FF04D-8DAD-4899-A54F-0567B798B31A}" type="presOf" srcId="{A5BADB4E-EE61-495F-BD6C-BA0DFDAA8704}" destId="{DEA305F7-C7E6-406D-9AB4-043CBCD5F473}" srcOrd="0" destOrd="0" presId="urn:microsoft.com/office/officeart/2005/8/layout/lProcess2"/>
    <dgm:cxn modelId="{E3F08353-8DF2-4BD6-B875-B7BD0EE38526}" type="presOf" srcId="{1E72DCD4-8160-446C-8F69-800D6CE4C135}" destId="{8F244147-1D88-4188-9509-60033E4B833C}" srcOrd="1" destOrd="0" presId="urn:microsoft.com/office/officeart/2005/8/layout/lProcess2"/>
    <dgm:cxn modelId="{AC33BA88-28D0-46F3-88BE-2EC85997D8D9}" type="presOf" srcId="{E6F60356-E3A2-4386-BB9B-5E737AEC33D2}" destId="{2BDC84B2-728D-442E-9D15-438AA7E605FD}" srcOrd="0" destOrd="0" presId="urn:microsoft.com/office/officeart/2005/8/layout/lProcess2"/>
    <dgm:cxn modelId="{B857EA91-BC22-4B8B-8C88-9290FE3FF3DC}" srcId="{1E72DCD4-8160-446C-8F69-800D6CE4C135}" destId="{56C18DB4-9F26-411C-955E-01291B28DBB4}" srcOrd="2" destOrd="0" parTransId="{BA9340FF-0DF5-45CE-B111-B365A9086AD6}" sibTransId="{DABC9514-EA6B-4601-A7B1-F08B7C2E301D}"/>
    <dgm:cxn modelId="{6D860B9B-4190-482E-83DC-B14931FA4B10}" type="presOf" srcId="{56C18DB4-9F26-411C-955E-01291B28DBB4}" destId="{6B5F06A8-D323-4B1A-8B28-100B192B6381}" srcOrd="0" destOrd="0" presId="urn:microsoft.com/office/officeart/2005/8/layout/lProcess2"/>
    <dgm:cxn modelId="{843C679C-DC09-43AE-AF88-B77974C54B50}" srcId="{3C4D1535-F223-4940-8E7D-3C8BC5A39DFC}" destId="{A5BADB4E-EE61-495F-BD6C-BA0DFDAA8704}" srcOrd="0" destOrd="0" parTransId="{20456A00-7426-4A09-A33D-66116351348C}" sibTransId="{04B798F4-48A7-418A-BA05-B38172E08835}"/>
    <dgm:cxn modelId="{25A113B5-CCE8-4CD3-9060-9A3F1A405248}" type="presOf" srcId="{18C29CAB-4457-41EA-B4C0-3EA16CAF0A67}" destId="{11E1F0F4-DBB0-41A4-96BB-FECA7A3298B4}" srcOrd="0" destOrd="0" presId="urn:microsoft.com/office/officeart/2005/8/layout/lProcess2"/>
    <dgm:cxn modelId="{52A3E9B6-3620-4544-8843-13B820C1575B}" srcId="{3C4D1535-F223-4940-8E7D-3C8BC5A39DFC}" destId="{88DC23EC-68B3-4D5C-95B1-7B553A5817D2}" srcOrd="3" destOrd="0" parTransId="{61C5C932-4703-4D86-A55C-E4322840CA2A}" sibTransId="{83D8D893-7FE8-4C4B-B507-65A3E28EF3BF}"/>
    <dgm:cxn modelId="{551D7CC1-00B6-4D10-AFCB-107ACF93B19B}" srcId="{3C4D1535-F223-4940-8E7D-3C8BC5A39DFC}" destId="{637287DC-DB1A-40BD-9DB8-96BBADB09433}" srcOrd="1" destOrd="0" parTransId="{C158C9F7-E29D-4E7D-BBCA-E9F4EE7A8B86}" sibTransId="{D865ECEC-BF6A-4DAA-AB19-005E11A7B09C}"/>
    <dgm:cxn modelId="{218830C8-2A85-47AB-B421-062394EA59D4}" type="presOf" srcId="{3C4D1535-F223-4940-8E7D-3C8BC5A39DFC}" destId="{2B2E4D01-B7C3-4D70-B5D4-80D64E447E48}" srcOrd="0" destOrd="0" presId="urn:microsoft.com/office/officeart/2005/8/layout/lProcess2"/>
    <dgm:cxn modelId="{15609DCB-3D96-452D-B73E-1C26B20DC67C}" srcId="{1E72DCD4-8160-446C-8F69-800D6CE4C135}" destId="{18C29CAB-4457-41EA-B4C0-3EA16CAF0A67}" srcOrd="1" destOrd="0" parTransId="{DA159327-8E23-44FF-8923-FBCB339BC5E3}" sibTransId="{52DF7E80-1579-4DD8-8BA8-BD181E04E726}"/>
    <dgm:cxn modelId="{F5A95ED4-4709-4E9B-8448-849113A617E3}" type="presOf" srcId="{1E72DCD4-8160-446C-8F69-800D6CE4C135}" destId="{AD238C67-8E60-4943-A569-FB85BA11C2EA}" srcOrd="0" destOrd="0" presId="urn:microsoft.com/office/officeart/2005/8/layout/lProcess2"/>
    <dgm:cxn modelId="{96C3CCD6-82B5-43AB-BD32-3DF88CE9AAD5}" srcId="{E6F60356-E3A2-4386-BB9B-5E737AEC33D2}" destId="{3C4D1535-F223-4940-8E7D-3C8BC5A39DFC}" srcOrd="0" destOrd="0" parTransId="{4CD8DDA8-0E37-4F77-9BB6-71ABBBB0249F}" sibTransId="{19AF7E0C-B450-4048-BB4C-9671014CE314}"/>
    <dgm:cxn modelId="{374A25E0-0CCE-4A46-9C82-31E0EA48DDAB}" type="presOf" srcId="{88DC23EC-68B3-4D5C-95B1-7B553A5817D2}" destId="{6EA35884-0D9D-4624-880B-BDA87D8C5DA7}" srcOrd="0" destOrd="0" presId="urn:microsoft.com/office/officeart/2005/8/layout/lProcess2"/>
    <dgm:cxn modelId="{3FCBF10D-1BC8-4F60-BDC4-4362006E3A9C}" type="presParOf" srcId="{2BDC84B2-728D-442E-9D15-438AA7E605FD}" destId="{AD9366F9-31F2-4DDC-B8D3-A7E7AD84C2FC}" srcOrd="0" destOrd="0" presId="urn:microsoft.com/office/officeart/2005/8/layout/lProcess2"/>
    <dgm:cxn modelId="{910CB27E-B921-4203-BBC2-D872F03F7187}" type="presParOf" srcId="{AD9366F9-31F2-4DDC-B8D3-A7E7AD84C2FC}" destId="{2B2E4D01-B7C3-4D70-B5D4-80D64E447E48}" srcOrd="0" destOrd="0" presId="urn:microsoft.com/office/officeart/2005/8/layout/lProcess2"/>
    <dgm:cxn modelId="{2CFD51A1-3EC6-4DBE-BF1B-5A577EDA8EFA}" type="presParOf" srcId="{AD9366F9-31F2-4DDC-B8D3-A7E7AD84C2FC}" destId="{AFADF575-0B40-4548-A0F9-F54544E026DF}" srcOrd="1" destOrd="0" presId="urn:microsoft.com/office/officeart/2005/8/layout/lProcess2"/>
    <dgm:cxn modelId="{07F37C41-5153-47E6-9EB5-2B71341C0653}" type="presParOf" srcId="{AD9366F9-31F2-4DDC-B8D3-A7E7AD84C2FC}" destId="{C1EEFD51-5A07-428E-ADCD-0978D6968FDA}" srcOrd="2" destOrd="0" presId="urn:microsoft.com/office/officeart/2005/8/layout/lProcess2"/>
    <dgm:cxn modelId="{BAE9F586-B8FF-4D4D-8AD1-5D69B8B75FD8}" type="presParOf" srcId="{C1EEFD51-5A07-428E-ADCD-0978D6968FDA}" destId="{2ED224E9-A52C-48B6-861F-177443F28935}" srcOrd="0" destOrd="0" presId="urn:microsoft.com/office/officeart/2005/8/layout/lProcess2"/>
    <dgm:cxn modelId="{49820801-3B37-4853-8D46-6E4432B6B6A8}" type="presParOf" srcId="{2ED224E9-A52C-48B6-861F-177443F28935}" destId="{DEA305F7-C7E6-406D-9AB4-043CBCD5F473}" srcOrd="0" destOrd="0" presId="urn:microsoft.com/office/officeart/2005/8/layout/lProcess2"/>
    <dgm:cxn modelId="{4C215FC4-FE6A-4EF0-9FE4-1CDD2F6F7D8E}" type="presParOf" srcId="{2ED224E9-A52C-48B6-861F-177443F28935}" destId="{15C5BF20-0361-4BFD-8DEA-69791B3F7280}" srcOrd="1" destOrd="0" presId="urn:microsoft.com/office/officeart/2005/8/layout/lProcess2"/>
    <dgm:cxn modelId="{C732C271-2B77-4C6D-8041-F864F4B042AC}" type="presParOf" srcId="{2ED224E9-A52C-48B6-861F-177443F28935}" destId="{F7059FB1-AC5B-4548-8DC7-056F30EFD30A}" srcOrd="2" destOrd="0" presId="urn:microsoft.com/office/officeart/2005/8/layout/lProcess2"/>
    <dgm:cxn modelId="{F08F63FE-98BC-43F3-AF61-9279FD61CB28}" type="presParOf" srcId="{2ED224E9-A52C-48B6-861F-177443F28935}" destId="{A8EBC013-08C7-4737-B981-F599A78EC3DF}" srcOrd="3" destOrd="0" presId="urn:microsoft.com/office/officeart/2005/8/layout/lProcess2"/>
    <dgm:cxn modelId="{FE8C9DDD-23D0-4F35-9E4A-3167512E99EC}" type="presParOf" srcId="{2ED224E9-A52C-48B6-861F-177443F28935}" destId="{CA64A64F-0014-4D5F-9AC3-6FE6E349EC1A}" srcOrd="4" destOrd="0" presId="urn:microsoft.com/office/officeart/2005/8/layout/lProcess2"/>
    <dgm:cxn modelId="{964D35CE-6BAC-413E-B4ED-D8612AB77163}" type="presParOf" srcId="{2ED224E9-A52C-48B6-861F-177443F28935}" destId="{AC253646-9CE8-481A-B6B9-C758E4CBCAE1}" srcOrd="5" destOrd="0" presId="urn:microsoft.com/office/officeart/2005/8/layout/lProcess2"/>
    <dgm:cxn modelId="{647FCE78-F26B-4570-B71B-C8DA3EF076EF}" type="presParOf" srcId="{2ED224E9-A52C-48B6-861F-177443F28935}" destId="{6EA35884-0D9D-4624-880B-BDA87D8C5DA7}" srcOrd="6" destOrd="0" presId="urn:microsoft.com/office/officeart/2005/8/layout/lProcess2"/>
    <dgm:cxn modelId="{8769C1CF-704C-456F-A710-0FD363979613}" type="presParOf" srcId="{2BDC84B2-728D-442E-9D15-438AA7E605FD}" destId="{BB693C0D-0A4C-4C62-8763-21E47C2B8219}" srcOrd="1" destOrd="0" presId="urn:microsoft.com/office/officeart/2005/8/layout/lProcess2"/>
    <dgm:cxn modelId="{4C31334B-A990-4C32-B5AA-79A08AFB6448}" type="presParOf" srcId="{2BDC84B2-728D-442E-9D15-438AA7E605FD}" destId="{90C543A5-CE1C-4514-AB5E-0432EBC2357C}" srcOrd="2" destOrd="0" presId="urn:microsoft.com/office/officeart/2005/8/layout/lProcess2"/>
    <dgm:cxn modelId="{1BE772F8-084E-4410-ADB8-55BFF9D32F88}" type="presParOf" srcId="{90C543A5-CE1C-4514-AB5E-0432EBC2357C}" destId="{AD238C67-8E60-4943-A569-FB85BA11C2EA}" srcOrd="0" destOrd="0" presId="urn:microsoft.com/office/officeart/2005/8/layout/lProcess2"/>
    <dgm:cxn modelId="{607939D5-5271-4A1F-90F7-0C6D6FBDD376}" type="presParOf" srcId="{90C543A5-CE1C-4514-AB5E-0432EBC2357C}" destId="{8F244147-1D88-4188-9509-60033E4B833C}" srcOrd="1" destOrd="0" presId="urn:microsoft.com/office/officeart/2005/8/layout/lProcess2"/>
    <dgm:cxn modelId="{1E424BFC-AB81-4185-9580-769452EECC42}" type="presParOf" srcId="{90C543A5-CE1C-4514-AB5E-0432EBC2357C}" destId="{02855759-2627-4D0F-9CE4-C8278D31927E}" srcOrd="2" destOrd="0" presId="urn:microsoft.com/office/officeart/2005/8/layout/lProcess2"/>
    <dgm:cxn modelId="{A6E003FA-9650-4462-A7EC-D0D97AB0EB12}" type="presParOf" srcId="{02855759-2627-4D0F-9CE4-C8278D31927E}" destId="{17A15D6A-43D6-4803-81CE-4CBCC5B808F2}" srcOrd="0" destOrd="0" presId="urn:microsoft.com/office/officeart/2005/8/layout/lProcess2"/>
    <dgm:cxn modelId="{3E999B37-76AB-4664-9AE4-6B3B077B56CE}" type="presParOf" srcId="{17A15D6A-43D6-4803-81CE-4CBCC5B808F2}" destId="{54B3B9C5-4110-47AC-882E-CB80BFA3CFCF}" srcOrd="0" destOrd="0" presId="urn:microsoft.com/office/officeart/2005/8/layout/lProcess2"/>
    <dgm:cxn modelId="{D3EBA7E8-EE04-4CF9-BE90-48406EC17D9A}" type="presParOf" srcId="{17A15D6A-43D6-4803-81CE-4CBCC5B808F2}" destId="{C7A1E390-B5AE-4AAD-8BD9-C69A5C745F4F}" srcOrd="1" destOrd="0" presId="urn:microsoft.com/office/officeart/2005/8/layout/lProcess2"/>
    <dgm:cxn modelId="{57FAF2F4-5AFC-45B4-8BF2-96A6F6B1584F}" type="presParOf" srcId="{17A15D6A-43D6-4803-81CE-4CBCC5B808F2}" destId="{11E1F0F4-DBB0-41A4-96BB-FECA7A3298B4}" srcOrd="2" destOrd="0" presId="urn:microsoft.com/office/officeart/2005/8/layout/lProcess2"/>
    <dgm:cxn modelId="{EB2868D6-F782-46B7-90C2-57288826A83B}" type="presParOf" srcId="{17A15D6A-43D6-4803-81CE-4CBCC5B808F2}" destId="{D1CAC5C1-DA69-42E2-8ED2-B1EE9B3D943F}" srcOrd="3" destOrd="0" presId="urn:microsoft.com/office/officeart/2005/8/layout/lProcess2"/>
    <dgm:cxn modelId="{53ED8A13-514B-4FDB-B7E5-EED3BECF92EE}" type="presParOf" srcId="{17A15D6A-43D6-4803-81CE-4CBCC5B808F2}" destId="{6B5F06A8-D323-4B1A-8B28-100B192B6381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E17375-23AB-42EE-A038-F242B4CECC8E}" type="doc">
      <dgm:prSet loTypeId="urn:microsoft.com/office/officeart/2005/8/layout/vList5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A486086D-3973-41CD-BFDA-99DD16F60116}">
      <dgm:prSet phldrT="[Texto]"/>
      <dgm:spPr/>
      <dgm:t>
        <a:bodyPr/>
        <a:lstStyle/>
        <a:p>
          <a:r>
            <a:rPr lang="es-ES"/>
            <a:t>Resultado de la explotación</a:t>
          </a:r>
        </a:p>
      </dgm:t>
    </dgm:pt>
    <dgm:pt modelId="{0CC8FD28-77E6-4E44-A204-B7D2B3D58224}" type="parTrans" cxnId="{AFF18217-5C5F-4ECC-9606-E1734D1D9D92}">
      <dgm:prSet/>
      <dgm:spPr/>
      <dgm:t>
        <a:bodyPr/>
        <a:lstStyle/>
        <a:p>
          <a:endParaRPr lang="es-ES"/>
        </a:p>
      </dgm:t>
    </dgm:pt>
    <dgm:pt modelId="{2054207B-5C55-487F-8CDA-E2502887E681}" type="sibTrans" cxnId="{AFF18217-5C5F-4ECC-9606-E1734D1D9D92}">
      <dgm:prSet/>
      <dgm:spPr/>
      <dgm:t>
        <a:bodyPr/>
        <a:lstStyle/>
        <a:p>
          <a:endParaRPr lang="es-ES"/>
        </a:p>
      </dgm:t>
    </dgm:pt>
    <dgm:pt modelId="{630A21CF-A64F-4644-B674-9D39693D9252}">
      <dgm:prSet phldrT="[Texto]"/>
      <dgm:spPr/>
      <dgm:t>
        <a:bodyPr/>
        <a:lstStyle/>
        <a:p>
          <a:r>
            <a:rPr lang="es-ES"/>
            <a:t>INGRESOS DE LA EXPLOTACIÓN: Ventas de las mercaderías y los ingresos por servicios </a:t>
          </a:r>
        </a:p>
      </dgm:t>
    </dgm:pt>
    <dgm:pt modelId="{33AA3D73-D036-473D-81BD-E697DCBB0225}" type="parTrans" cxnId="{2CDDCEBB-8BCD-4FF6-A6D3-9ADD7C8A43C7}">
      <dgm:prSet/>
      <dgm:spPr/>
      <dgm:t>
        <a:bodyPr/>
        <a:lstStyle/>
        <a:p>
          <a:endParaRPr lang="es-ES"/>
        </a:p>
      </dgm:t>
    </dgm:pt>
    <dgm:pt modelId="{446AF9C9-E3B3-4004-B17D-BEE76BEF9E79}" type="sibTrans" cxnId="{2CDDCEBB-8BCD-4FF6-A6D3-9ADD7C8A43C7}">
      <dgm:prSet/>
      <dgm:spPr/>
      <dgm:t>
        <a:bodyPr/>
        <a:lstStyle/>
        <a:p>
          <a:endParaRPr lang="es-ES"/>
        </a:p>
      </dgm:t>
    </dgm:pt>
    <dgm:pt modelId="{E59B4DAA-4A65-43A1-A857-46B9CDBDE94C}">
      <dgm:prSet phldrT="[Texto]"/>
      <dgm:spPr/>
      <dgm:t>
        <a:bodyPr/>
        <a:lstStyle/>
        <a:p>
          <a:r>
            <a:rPr lang="es-ES"/>
            <a:t>GASTOS DE EXPLOTACIÓN: Alquiler, nóminas, seguridad social, mercaderías, publicidad, seguros, reparaciones, transportes, etc.</a:t>
          </a:r>
        </a:p>
      </dgm:t>
    </dgm:pt>
    <dgm:pt modelId="{2D1A7CAC-74AA-4F46-B3FB-4E5CF9375ADD}" type="parTrans" cxnId="{C7BB4816-98E8-44AA-B0D5-878AF10F4411}">
      <dgm:prSet/>
      <dgm:spPr/>
      <dgm:t>
        <a:bodyPr/>
        <a:lstStyle/>
        <a:p>
          <a:endParaRPr lang="es-ES"/>
        </a:p>
      </dgm:t>
    </dgm:pt>
    <dgm:pt modelId="{8F583882-4D1E-447A-B12C-CC6F438C80D9}" type="sibTrans" cxnId="{C7BB4816-98E8-44AA-B0D5-878AF10F4411}">
      <dgm:prSet/>
      <dgm:spPr/>
      <dgm:t>
        <a:bodyPr/>
        <a:lstStyle/>
        <a:p>
          <a:endParaRPr lang="es-ES"/>
        </a:p>
      </dgm:t>
    </dgm:pt>
    <dgm:pt modelId="{F8762282-0DB6-4EED-9E6C-C1B2895B4E3A}">
      <dgm:prSet phldrT="[Texto]"/>
      <dgm:spPr/>
      <dgm:t>
        <a:bodyPr/>
        <a:lstStyle/>
        <a:p>
          <a:r>
            <a:rPr lang="es-ES"/>
            <a:t>Resultado financiero</a:t>
          </a:r>
        </a:p>
      </dgm:t>
    </dgm:pt>
    <dgm:pt modelId="{DED28B0B-A871-4D4E-8DC2-9E1EC0DFA278}" type="parTrans" cxnId="{820A86A0-AB64-4BCB-B9D1-A58B4A970942}">
      <dgm:prSet/>
      <dgm:spPr/>
      <dgm:t>
        <a:bodyPr/>
        <a:lstStyle/>
        <a:p>
          <a:endParaRPr lang="es-ES"/>
        </a:p>
      </dgm:t>
    </dgm:pt>
    <dgm:pt modelId="{AD995CD1-8334-4EE1-9EF5-428C6FA3BDF8}" type="sibTrans" cxnId="{820A86A0-AB64-4BCB-B9D1-A58B4A970942}">
      <dgm:prSet/>
      <dgm:spPr/>
      <dgm:t>
        <a:bodyPr/>
        <a:lstStyle/>
        <a:p>
          <a:endParaRPr lang="es-ES"/>
        </a:p>
      </dgm:t>
    </dgm:pt>
    <dgm:pt modelId="{11E99BA6-90F3-41C2-A46D-ED2227724B67}">
      <dgm:prSet phldrT="[Texto]"/>
      <dgm:spPr/>
      <dgm:t>
        <a:bodyPr/>
        <a:lstStyle/>
        <a:p>
          <a:r>
            <a:rPr lang="es-ES"/>
            <a:t>INGRESOS FINANCIEROS: Intereses de la cuenta corriente</a:t>
          </a:r>
        </a:p>
      </dgm:t>
    </dgm:pt>
    <dgm:pt modelId="{B045A075-526D-4F5A-8801-9757F65651AA}" type="parTrans" cxnId="{584DB6A4-3A9A-4218-9C2F-83D58AA4DB0D}">
      <dgm:prSet/>
      <dgm:spPr/>
      <dgm:t>
        <a:bodyPr/>
        <a:lstStyle/>
        <a:p>
          <a:endParaRPr lang="es-ES"/>
        </a:p>
      </dgm:t>
    </dgm:pt>
    <dgm:pt modelId="{6F1DA75C-B1E6-4EEF-8979-3FAD634F5C7C}" type="sibTrans" cxnId="{584DB6A4-3A9A-4218-9C2F-83D58AA4DB0D}">
      <dgm:prSet/>
      <dgm:spPr/>
      <dgm:t>
        <a:bodyPr/>
        <a:lstStyle/>
        <a:p>
          <a:endParaRPr lang="es-ES"/>
        </a:p>
      </dgm:t>
    </dgm:pt>
    <dgm:pt modelId="{5644627F-407D-48D8-AE09-5B4222A7B34C}">
      <dgm:prSet phldrT="[Texto]"/>
      <dgm:spPr/>
      <dgm:t>
        <a:bodyPr/>
        <a:lstStyle/>
        <a:p>
          <a:r>
            <a:rPr lang="es-ES"/>
            <a:t>GASTOS FINANCIEROS: Intereses por préstamo, comisiones…</a:t>
          </a:r>
        </a:p>
      </dgm:t>
    </dgm:pt>
    <dgm:pt modelId="{B1A3B3D1-458E-46E6-8BB5-A86BDAAEFF3F}" type="parTrans" cxnId="{68E2C40E-EE44-40DA-8C3E-F2941CE8D4FE}">
      <dgm:prSet/>
      <dgm:spPr/>
      <dgm:t>
        <a:bodyPr/>
        <a:lstStyle/>
        <a:p>
          <a:endParaRPr lang="es-ES"/>
        </a:p>
      </dgm:t>
    </dgm:pt>
    <dgm:pt modelId="{8D6D4F2E-2AC2-4BEF-B983-75A431882F0B}" type="sibTrans" cxnId="{68E2C40E-EE44-40DA-8C3E-F2941CE8D4FE}">
      <dgm:prSet/>
      <dgm:spPr/>
      <dgm:t>
        <a:bodyPr/>
        <a:lstStyle/>
        <a:p>
          <a:endParaRPr lang="es-ES"/>
        </a:p>
      </dgm:t>
    </dgm:pt>
    <dgm:pt modelId="{9334AD0D-EE29-43F4-9642-B470C28FB030}">
      <dgm:prSet phldrT="[Texto]"/>
      <dgm:spPr/>
      <dgm:t>
        <a:bodyPr/>
        <a:lstStyle/>
        <a:p>
          <a:r>
            <a:rPr lang="es-ES"/>
            <a:t>Resultado antes de impuestos</a:t>
          </a:r>
        </a:p>
      </dgm:t>
    </dgm:pt>
    <dgm:pt modelId="{2A584E55-955E-42C5-87EA-7A21A3FFF000}" type="parTrans" cxnId="{DB42EAA9-C64E-4E85-929C-F9FD114BC046}">
      <dgm:prSet/>
      <dgm:spPr/>
      <dgm:t>
        <a:bodyPr/>
        <a:lstStyle/>
        <a:p>
          <a:endParaRPr lang="es-ES"/>
        </a:p>
      </dgm:t>
    </dgm:pt>
    <dgm:pt modelId="{448829C6-74C9-40A7-B742-71146D7B3D32}" type="sibTrans" cxnId="{DB42EAA9-C64E-4E85-929C-F9FD114BC046}">
      <dgm:prSet/>
      <dgm:spPr/>
      <dgm:t>
        <a:bodyPr/>
        <a:lstStyle/>
        <a:p>
          <a:endParaRPr lang="es-ES"/>
        </a:p>
      </dgm:t>
    </dgm:pt>
    <dgm:pt modelId="{4628840C-EE3A-4565-9D8A-2D2298BADD80}">
      <dgm:prSet phldrT="[Texto]"/>
      <dgm:spPr/>
      <dgm:t>
        <a:bodyPr/>
        <a:lstStyle/>
        <a:p>
          <a:r>
            <a:rPr lang="es-ES"/>
            <a:t>Resultado de la explotación + Resultado financiero</a:t>
          </a:r>
        </a:p>
      </dgm:t>
    </dgm:pt>
    <dgm:pt modelId="{4B0228C6-4236-45CA-8D0A-5DF16BB9959D}" type="parTrans" cxnId="{2314E816-1CD7-4E85-89F7-5B43AC52F499}">
      <dgm:prSet/>
      <dgm:spPr/>
      <dgm:t>
        <a:bodyPr/>
        <a:lstStyle/>
        <a:p>
          <a:endParaRPr lang="es-ES"/>
        </a:p>
      </dgm:t>
    </dgm:pt>
    <dgm:pt modelId="{968F6485-546D-4481-B9F5-462D50490E67}" type="sibTrans" cxnId="{2314E816-1CD7-4E85-89F7-5B43AC52F499}">
      <dgm:prSet/>
      <dgm:spPr/>
      <dgm:t>
        <a:bodyPr/>
        <a:lstStyle/>
        <a:p>
          <a:endParaRPr lang="es-ES"/>
        </a:p>
      </dgm:t>
    </dgm:pt>
    <dgm:pt modelId="{FDFA7363-EA81-496A-B51B-DCB6629F8BAA}">
      <dgm:prSet phldrT="[Texto]"/>
      <dgm:spPr/>
      <dgm:t>
        <a:bodyPr/>
        <a:lstStyle/>
        <a:p>
          <a:r>
            <a:rPr lang="es-ES"/>
            <a:t>Es el que se envía a Hacienda, para calcular el impuesto</a:t>
          </a:r>
        </a:p>
      </dgm:t>
    </dgm:pt>
    <dgm:pt modelId="{CB5DC20B-F03D-4232-88A7-98D3D2210DE5}" type="parTrans" cxnId="{54DB51E7-8305-4295-BDFC-39AB60F65956}">
      <dgm:prSet/>
      <dgm:spPr/>
      <dgm:t>
        <a:bodyPr/>
        <a:lstStyle/>
        <a:p>
          <a:endParaRPr lang="es-ES"/>
        </a:p>
      </dgm:t>
    </dgm:pt>
    <dgm:pt modelId="{5A5A119C-AC62-46B5-8C27-E1E5FD944D0D}" type="sibTrans" cxnId="{54DB51E7-8305-4295-BDFC-39AB60F65956}">
      <dgm:prSet/>
      <dgm:spPr/>
      <dgm:t>
        <a:bodyPr/>
        <a:lstStyle/>
        <a:p>
          <a:endParaRPr lang="es-ES"/>
        </a:p>
      </dgm:t>
    </dgm:pt>
    <dgm:pt modelId="{93EB7FA8-6339-4D36-9783-B1863C6713A9}">
      <dgm:prSet/>
      <dgm:spPr/>
      <dgm:t>
        <a:bodyPr/>
        <a:lstStyle/>
        <a:p>
          <a:r>
            <a:rPr lang="es-ES"/>
            <a:t>Resultado después de impuestos</a:t>
          </a:r>
        </a:p>
      </dgm:t>
    </dgm:pt>
    <dgm:pt modelId="{96AA1A08-C108-4153-AED5-ED1F6FC7FB13}" type="parTrans" cxnId="{C3422FD9-3EDE-448A-92BA-580039EC5EB9}">
      <dgm:prSet/>
      <dgm:spPr/>
      <dgm:t>
        <a:bodyPr/>
        <a:lstStyle/>
        <a:p>
          <a:endParaRPr lang="es-ES"/>
        </a:p>
      </dgm:t>
    </dgm:pt>
    <dgm:pt modelId="{15C990F6-260B-41F1-A696-A713EB064E0C}" type="sibTrans" cxnId="{C3422FD9-3EDE-448A-92BA-580039EC5EB9}">
      <dgm:prSet/>
      <dgm:spPr/>
      <dgm:t>
        <a:bodyPr/>
        <a:lstStyle/>
        <a:p>
          <a:endParaRPr lang="es-ES"/>
        </a:p>
      </dgm:t>
    </dgm:pt>
    <dgm:pt modelId="{C94612BA-A14E-4FCD-8FDF-7D7D4D813D00}">
      <dgm:prSet/>
      <dgm:spPr/>
      <dgm:t>
        <a:bodyPr/>
        <a:lstStyle/>
        <a:p>
          <a:r>
            <a:rPr lang="es-ES"/>
            <a:t>Se aplica el % de IRPF o de Impuesto de Sociedades correspondiente.</a:t>
          </a:r>
        </a:p>
      </dgm:t>
    </dgm:pt>
    <dgm:pt modelId="{A9FA2BF0-9F7B-434F-BDF6-CB0E71C8595F}" type="parTrans" cxnId="{EC853230-4E3A-4A74-9126-29CD2F449A80}">
      <dgm:prSet/>
      <dgm:spPr/>
    </dgm:pt>
    <dgm:pt modelId="{696922EC-69DD-4046-9F73-84F02BA56E41}" type="sibTrans" cxnId="{EC853230-4E3A-4A74-9126-29CD2F449A80}">
      <dgm:prSet/>
      <dgm:spPr/>
    </dgm:pt>
    <dgm:pt modelId="{0D077101-4E5D-4D89-A1D4-089C6B0ED72D}">
      <dgm:prSet/>
      <dgm:spPr/>
      <dgm:t>
        <a:bodyPr/>
        <a:lstStyle/>
        <a:p>
          <a:r>
            <a:rPr lang="es-ES"/>
            <a:t>Figurará en el balance. </a:t>
          </a:r>
        </a:p>
      </dgm:t>
    </dgm:pt>
    <dgm:pt modelId="{607D0E7A-D334-4C7A-A34E-B0404AE5EC52}" type="parTrans" cxnId="{0C46DED1-CF7E-4E71-BB7D-86FA49D6C7CC}">
      <dgm:prSet/>
      <dgm:spPr/>
    </dgm:pt>
    <dgm:pt modelId="{DE8CDF71-2EA3-4A14-B3DA-F40B081791D7}" type="sibTrans" cxnId="{0C46DED1-CF7E-4E71-BB7D-86FA49D6C7CC}">
      <dgm:prSet/>
      <dgm:spPr/>
    </dgm:pt>
    <dgm:pt modelId="{5A1432F7-B645-4FAB-BE9E-0FF8F6CA59E2}">
      <dgm:prSet/>
      <dgm:spPr/>
      <dgm:t>
        <a:bodyPr/>
        <a:lstStyle/>
        <a:p>
          <a:r>
            <a:rPr lang="es-ES"/>
            <a:t>Cantidad a repartir entre los socios</a:t>
          </a:r>
        </a:p>
      </dgm:t>
    </dgm:pt>
    <dgm:pt modelId="{B0218C89-BF8A-4166-B3C2-EAC71A5DFE09}" type="parTrans" cxnId="{BDB90781-5396-47EE-93B8-63FE1D5F40D5}">
      <dgm:prSet/>
      <dgm:spPr/>
    </dgm:pt>
    <dgm:pt modelId="{9F2E6F8F-E21B-4B1D-BCD6-9C20877641E7}" type="sibTrans" cxnId="{BDB90781-5396-47EE-93B8-63FE1D5F40D5}">
      <dgm:prSet/>
      <dgm:spPr/>
    </dgm:pt>
    <dgm:pt modelId="{CBEF7033-8276-4471-9A1E-BE464D7BF6A4}" type="pres">
      <dgm:prSet presAssocID="{47E17375-23AB-42EE-A038-F242B4CECC8E}" presName="Name0" presStyleCnt="0">
        <dgm:presLayoutVars>
          <dgm:dir/>
          <dgm:animLvl val="lvl"/>
          <dgm:resizeHandles val="exact"/>
        </dgm:presLayoutVars>
      </dgm:prSet>
      <dgm:spPr/>
    </dgm:pt>
    <dgm:pt modelId="{3DA8AB9B-B65F-4D81-B2EA-F566FF664565}" type="pres">
      <dgm:prSet presAssocID="{A486086D-3973-41CD-BFDA-99DD16F60116}" presName="linNode" presStyleCnt="0"/>
      <dgm:spPr/>
    </dgm:pt>
    <dgm:pt modelId="{47755CC4-8276-4149-B465-0EDDD68DB703}" type="pres">
      <dgm:prSet presAssocID="{A486086D-3973-41CD-BFDA-99DD16F60116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2951DDA-FB41-4901-978A-B011C066A09C}" type="pres">
      <dgm:prSet presAssocID="{A486086D-3973-41CD-BFDA-99DD16F60116}" presName="descendantText" presStyleLbl="alignAccFollowNode1" presStyleIdx="0" presStyleCnt="4">
        <dgm:presLayoutVars>
          <dgm:bulletEnabled val="1"/>
        </dgm:presLayoutVars>
      </dgm:prSet>
      <dgm:spPr/>
    </dgm:pt>
    <dgm:pt modelId="{8B8B3973-A91A-4047-BAC7-9EDDC16AE78A}" type="pres">
      <dgm:prSet presAssocID="{2054207B-5C55-487F-8CDA-E2502887E681}" presName="sp" presStyleCnt="0"/>
      <dgm:spPr/>
    </dgm:pt>
    <dgm:pt modelId="{6A62AF31-647A-4157-BE6E-3765D3BCBC30}" type="pres">
      <dgm:prSet presAssocID="{F8762282-0DB6-4EED-9E6C-C1B2895B4E3A}" presName="linNode" presStyleCnt="0"/>
      <dgm:spPr/>
    </dgm:pt>
    <dgm:pt modelId="{FDB54CF2-CC95-4814-AB27-738DE01EDE33}" type="pres">
      <dgm:prSet presAssocID="{F8762282-0DB6-4EED-9E6C-C1B2895B4E3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B90F7AB-354C-474F-BD17-4415D3D7E4D7}" type="pres">
      <dgm:prSet presAssocID="{F8762282-0DB6-4EED-9E6C-C1B2895B4E3A}" presName="descendantText" presStyleLbl="alignAccFollowNode1" presStyleIdx="1" presStyleCnt="4">
        <dgm:presLayoutVars>
          <dgm:bulletEnabled val="1"/>
        </dgm:presLayoutVars>
      </dgm:prSet>
      <dgm:spPr/>
    </dgm:pt>
    <dgm:pt modelId="{BA36D31B-7CE1-4CCF-B51E-54B0CFD7ED7D}" type="pres">
      <dgm:prSet presAssocID="{AD995CD1-8334-4EE1-9EF5-428C6FA3BDF8}" presName="sp" presStyleCnt="0"/>
      <dgm:spPr/>
    </dgm:pt>
    <dgm:pt modelId="{A4AE1060-CD49-48C3-9507-6658640FD35B}" type="pres">
      <dgm:prSet presAssocID="{9334AD0D-EE29-43F4-9642-B470C28FB030}" presName="linNode" presStyleCnt="0"/>
      <dgm:spPr/>
    </dgm:pt>
    <dgm:pt modelId="{7A51DDFF-A7ED-417B-ABF2-F06D402A14E4}" type="pres">
      <dgm:prSet presAssocID="{9334AD0D-EE29-43F4-9642-B470C28FB03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E99C034-FE49-4C05-A699-202F5B8D9D6B}" type="pres">
      <dgm:prSet presAssocID="{9334AD0D-EE29-43F4-9642-B470C28FB030}" presName="descendantText" presStyleLbl="alignAccFollowNode1" presStyleIdx="2" presStyleCnt="4">
        <dgm:presLayoutVars>
          <dgm:bulletEnabled val="1"/>
        </dgm:presLayoutVars>
      </dgm:prSet>
      <dgm:spPr/>
    </dgm:pt>
    <dgm:pt modelId="{E950526B-88C4-473E-86D1-AB4C5F72365A}" type="pres">
      <dgm:prSet presAssocID="{448829C6-74C9-40A7-B742-71146D7B3D32}" presName="sp" presStyleCnt="0"/>
      <dgm:spPr/>
    </dgm:pt>
    <dgm:pt modelId="{8C5813E3-6F42-498F-A20C-FD08A50DE7CE}" type="pres">
      <dgm:prSet presAssocID="{93EB7FA8-6339-4D36-9783-B1863C6713A9}" presName="linNode" presStyleCnt="0"/>
      <dgm:spPr/>
    </dgm:pt>
    <dgm:pt modelId="{0818DD7D-2D0F-4458-95C9-C9894DF63875}" type="pres">
      <dgm:prSet presAssocID="{93EB7FA8-6339-4D36-9783-B1863C6713A9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0CB98AD7-1C95-44AE-9AB0-B296DF711396}" type="pres">
      <dgm:prSet presAssocID="{93EB7FA8-6339-4D36-9783-B1863C6713A9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8E2C40E-EE44-40DA-8C3E-F2941CE8D4FE}" srcId="{F8762282-0DB6-4EED-9E6C-C1B2895B4E3A}" destId="{5644627F-407D-48D8-AE09-5B4222A7B34C}" srcOrd="1" destOrd="0" parTransId="{B1A3B3D1-458E-46E6-8BB5-A86BDAAEFF3F}" sibTransId="{8D6D4F2E-2AC2-4BEF-B983-75A431882F0B}"/>
    <dgm:cxn modelId="{5D02BC15-F74A-4A2F-BB8F-9643D3E2726A}" type="presOf" srcId="{E59B4DAA-4A65-43A1-A857-46B9CDBDE94C}" destId="{02951DDA-FB41-4901-978A-B011C066A09C}" srcOrd="0" destOrd="1" presId="urn:microsoft.com/office/officeart/2005/8/layout/vList5"/>
    <dgm:cxn modelId="{C7BB4816-98E8-44AA-B0D5-878AF10F4411}" srcId="{A486086D-3973-41CD-BFDA-99DD16F60116}" destId="{E59B4DAA-4A65-43A1-A857-46B9CDBDE94C}" srcOrd="1" destOrd="0" parTransId="{2D1A7CAC-74AA-4F46-B3FB-4E5CF9375ADD}" sibTransId="{8F583882-4D1E-447A-B12C-CC6F438C80D9}"/>
    <dgm:cxn modelId="{2314E816-1CD7-4E85-89F7-5B43AC52F499}" srcId="{9334AD0D-EE29-43F4-9642-B470C28FB030}" destId="{4628840C-EE3A-4565-9D8A-2D2298BADD80}" srcOrd="0" destOrd="0" parTransId="{4B0228C6-4236-45CA-8D0A-5DF16BB9959D}" sibTransId="{968F6485-546D-4481-B9F5-462D50490E67}"/>
    <dgm:cxn modelId="{AFF18217-5C5F-4ECC-9606-E1734D1D9D92}" srcId="{47E17375-23AB-42EE-A038-F242B4CECC8E}" destId="{A486086D-3973-41CD-BFDA-99DD16F60116}" srcOrd="0" destOrd="0" parTransId="{0CC8FD28-77E6-4E44-A204-B7D2B3D58224}" sibTransId="{2054207B-5C55-487F-8CDA-E2502887E681}"/>
    <dgm:cxn modelId="{04F52C26-9955-4691-AD15-EF9E1F0949FE}" type="presOf" srcId="{FDFA7363-EA81-496A-B51B-DCB6629F8BAA}" destId="{1E99C034-FE49-4C05-A699-202F5B8D9D6B}" srcOrd="0" destOrd="1" presId="urn:microsoft.com/office/officeart/2005/8/layout/vList5"/>
    <dgm:cxn modelId="{17B2352A-6CAD-43DE-99E0-DE9F0D5CE88C}" type="presOf" srcId="{9334AD0D-EE29-43F4-9642-B470C28FB030}" destId="{7A51DDFF-A7ED-417B-ABF2-F06D402A14E4}" srcOrd="0" destOrd="0" presId="urn:microsoft.com/office/officeart/2005/8/layout/vList5"/>
    <dgm:cxn modelId="{EC853230-4E3A-4A74-9126-29CD2F449A80}" srcId="{93EB7FA8-6339-4D36-9783-B1863C6713A9}" destId="{C94612BA-A14E-4FCD-8FDF-7D7D4D813D00}" srcOrd="0" destOrd="0" parTransId="{A9FA2BF0-9F7B-434F-BDF6-CB0E71C8595F}" sibTransId="{696922EC-69DD-4046-9F73-84F02BA56E41}"/>
    <dgm:cxn modelId="{862A6339-B494-48F3-82AE-2BD19F9FE0E6}" type="presOf" srcId="{5A1432F7-B645-4FAB-BE9E-0FF8F6CA59E2}" destId="{0CB98AD7-1C95-44AE-9AB0-B296DF711396}" srcOrd="0" destOrd="2" presId="urn:microsoft.com/office/officeart/2005/8/layout/vList5"/>
    <dgm:cxn modelId="{AF3E4B3D-4C45-46AE-91D6-3CAF2615DCD8}" type="presOf" srcId="{F8762282-0DB6-4EED-9E6C-C1B2895B4E3A}" destId="{FDB54CF2-CC95-4814-AB27-738DE01EDE33}" srcOrd="0" destOrd="0" presId="urn:microsoft.com/office/officeart/2005/8/layout/vList5"/>
    <dgm:cxn modelId="{0FD6D04D-55A9-4154-B7AB-AEB7B7CD7A4A}" type="presOf" srcId="{C94612BA-A14E-4FCD-8FDF-7D7D4D813D00}" destId="{0CB98AD7-1C95-44AE-9AB0-B296DF711396}" srcOrd="0" destOrd="0" presId="urn:microsoft.com/office/officeart/2005/8/layout/vList5"/>
    <dgm:cxn modelId="{BDB90781-5396-47EE-93B8-63FE1D5F40D5}" srcId="{93EB7FA8-6339-4D36-9783-B1863C6713A9}" destId="{5A1432F7-B645-4FAB-BE9E-0FF8F6CA59E2}" srcOrd="2" destOrd="0" parTransId="{B0218C89-BF8A-4166-B3C2-EAC71A5DFE09}" sibTransId="{9F2E6F8F-E21B-4B1D-BCD6-9C20877641E7}"/>
    <dgm:cxn modelId="{2623B583-71D2-4618-8A60-BA26CF930827}" type="presOf" srcId="{630A21CF-A64F-4644-B674-9D39693D9252}" destId="{02951DDA-FB41-4901-978A-B011C066A09C}" srcOrd="0" destOrd="0" presId="urn:microsoft.com/office/officeart/2005/8/layout/vList5"/>
    <dgm:cxn modelId="{8288DF86-8206-442D-A089-F872ACA0D952}" type="presOf" srcId="{11E99BA6-90F3-41C2-A46D-ED2227724B67}" destId="{3B90F7AB-354C-474F-BD17-4415D3D7E4D7}" srcOrd="0" destOrd="0" presId="urn:microsoft.com/office/officeart/2005/8/layout/vList5"/>
    <dgm:cxn modelId="{820A86A0-AB64-4BCB-B9D1-A58B4A970942}" srcId="{47E17375-23AB-42EE-A038-F242B4CECC8E}" destId="{F8762282-0DB6-4EED-9E6C-C1B2895B4E3A}" srcOrd="1" destOrd="0" parTransId="{DED28B0B-A871-4D4E-8DC2-9E1EC0DFA278}" sibTransId="{AD995CD1-8334-4EE1-9EF5-428C6FA3BDF8}"/>
    <dgm:cxn modelId="{584DB6A4-3A9A-4218-9C2F-83D58AA4DB0D}" srcId="{F8762282-0DB6-4EED-9E6C-C1B2895B4E3A}" destId="{11E99BA6-90F3-41C2-A46D-ED2227724B67}" srcOrd="0" destOrd="0" parTransId="{B045A075-526D-4F5A-8801-9757F65651AA}" sibTransId="{6F1DA75C-B1E6-4EEF-8979-3FAD634F5C7C}"/>
    <dgm:cxn modelId="{A88A15A7-E465-4686-A9F3-B85550350AD0}" type="presOf" srcId="{A486086D-3973-41CD-BFDA-99DD16F60116}" destId="{47755CC4-8276-4149-B465-0EDDD68DB703}" srcOrd="0" destOrd="0" presId="urn:microsoft.com/office/officeart/2005/8/layout/vList5"/>
    <dgm:cxn modelId="{DB42EAA9-C64E-4E85-929C-F9FD114BC046}" srcId="{47E17375-23AB-42EE-A038-F242B4CECC8E}" destId="{9334AD0D-EE29-43F4-9642-B470C28FB030}" srcOrd="2" destOrd="0" parTransId="{2A584E55-955E-42C5-87EA-7A21A3FFF000}" sibTransId="{448829C6-74C9-40A7-B742-71146D7B3D32}"/>
    <dgm:cxn modelId="{2CDDCEBB-8BCD-4FF6-A6D3-9ADD7C8A43C7}" srcId="{A486086D-3973-41CD-BFDA-99DD16F60116}" destId="{630A21CF-A64F-4644-B674-9D39693D9252}" srcOrd="0" destOrd="0" parTransId="{33AA3D73-D036-473D-81BD-E697DCBB0225}" sibTransId="{446AF9C9-E3B3-4004-B17D-BEE76BEF9E79}"/>
    <dgm:cxn modelId="{D3DB36C1-D7DC-4F1D-ABBA-549C6C8AF0EF}" type="presOf" srcId="{0D077101-4E5D-4D89-A1D4-089C6B0ED72D}" destId="{0CB98AD7-1C95-44AE-9AB0-B296DF711396}" srcOrd="0" destOrd="1" presId="urn:microsoft.com/office/officeart/2005/8/layout/vList5"/>
    <dgm:cxn modelId="{7B7E50C7-15E5-4290-81B3-A4C3E2BA6E8A}" type="presOf" srcId="{47E17375-23AB-42EE-A038-F242B4CECC8E}" destId="{CBEF7033-8276-4471-9A1E-BE464D7BF6A4}" srcOrd="0" destOrd="0" presId="urn:microsoft.com/office/officeart/2005/8/layout/vList5"/>
    <dgm:cxn modelId="{0C46DED1-CF7E-4E71-BB7D-86FA49D6C7CC}" srcId="{93EB7FA8-6339-4D36-9783-B1863C6713A9}" destId="{0D077101-4E5D-4D89-A1D4-089C6B0ED72D}" srcOrd="1" destOrd="0" parTransId="{607D0E7A-D334-4C7A-A34E-B0404AE5EC52}" sibTransId="{DE8CDF71-2EA3-4A14-B3DA-F40B081791D7}"/>
    <dgm:cxn modelId="{D75D14D2-C099-409C-B2A3-27566199AF0C}" type="presOf" srcId="{5644627F-407D-48D8-AE09-5B4222A7B34C}" destId="{3B90F7AB-354C-474F-BD17-4415D3D7E4D7}" srcOrd="0" destOrd="1" presId="urn:microsoft.com/office/officeart/2005/8/layout/vList5"/>
    <dgm:cxn modelId="{C3422FD9-3EDE-448A-92BA-580039EC5EB9}" srcId="{47E17375-23AB-42EE-A038-F242B4CECC8E}" destId="{93EB7FA8-6339-4D36-9783-B1863C6713A9}" srcOrd="3" destOrd="0" parTransId="{96AA1A08-C108-4153-AED5-ED1F6FC7FB13}" sibTransId="{15C990F6-260B-41F1-A696-A713EB064E0C}"/>
    <dgm:cxn modelId="{54DB51E7-8305-4295-BDFC-39AB60F65956}" srcId="{9334AD0D-EE29-43F4-9642-B470C28FB030}" destId="{FDFA7363-EA81-496A-B51B-DCB6629F8BAA}" srcOrd="1" destOrd="0" parTransId="{CB5DC20B-F03D-4232-88A7-98D3D2210DE5}" sibTransId="{5A5A119C-AC62-46B5-8C27-E1E5FD944D0D}"/>
    <dgm:cxn modelId="{C932BDF7-C3D3-4DCA-BB70-F5974AE61D7C}" type="presOf" srcId="{93EB7FA8-6339-4D36-9783-B1863C6713A9}" destId="{0818DD7D-2D0F-4458-95C9-C9894DF63875}" srcOrd="0" destOrd="0" presId="urn:microsoft.com/office/officeart/2005/8/layout/vList5"/>
    <dgm:cxn modelId="{295079FE-E8EB-4481-BD58-5BA3710DE104}" type="presOf" srcId="{4628840C-EE3A-4565-9D8A-2D2298BADD80}" destId="{1E99C034-FE49-4C05-A699-202F5B8D9D6B}" srcOrd="0" destOrd="0" presId="urn:microsoft.com/office/officeart/2005/8/layout/vList5"/>
    <dgm:cxn modelId="{6FEBDE01-49A9-4CC0-85FB-B4BE13F2CB3D}" type="presParOf" srcId="{CBEF7033-8276-4471-9A1E-BE464D7BF6A4}" destId="{3DA8AB9B-B65F-4D81-B2EA-F566FF664565}" srcOrd="0" destOrd="0" presId="urn:microsoft.com/office/officeart/2005/8/layout/vList5"/>
    <dgm:cxn modelId="{DBF172BE-5AA3-435A-B202-12C443B8175C}" type="presParOf" srcId="{3DA8AB9B-B65F-4D81-B2EA-F566FF664565}" destId="{47755CC4-8276-4149-B465-0EDDD68DB703}" srcOrd="0" destOrd="0" presId="urn:microsoft.com/office/officeart/2005/8/layout/vList5"/>
    <dgm:cxn modelId="{E2E6234E-ABBA-4476-A1F3-60644CA090B2}" type="presParOf" srcId="{3DA8AB9B-B65F-4D81-B2EA-F566FF664565}" destId="{02951DDA-FB41-4901-978A-B011C066A09C}" srcOrd="1" destOrd="0" presId="urn:microsoft.com/office/officeart/2005/8/layout/vList5"/>
    <dgm:cxn modelId="{A384B8F9-6BE1-496D-ACCE-7A6B7F95817B}" type="presParOf" srcId="{CBEF7033-8276-4471-9A1E-BE464D7BF6A4}" destId="{8B8B3973-A91A-4047-BAC7-9EDDC16AE78A}" srcOrd="1" destOrd="0" presId="urn:microsoft.com/office/officeart/2005/8/layout/vList5"/>
    <dgm:cxn modelId="{ACBF1AC3-8BFE-44F6-B629-0ABA905EC5FB}" type="presParOf" srcId="{CBEF7033-8276-4471-9A1E-BE464D7BF6A4}" destId="{6A62AF31-647A-4157-BE6E-3765D3BCBC30}" srcOrd="2" destOrd="0" presId="urn:microsoft.com/office/officeart/2005/8/layout/vList5"/>
    <dgm:cxn modelId="{C8D439D5-EF40-4FB7-B3C6-6994EC189316}" type="presParOf" srcId="{6A62AF31-647A-4157-BE6E-3765D3BCBC30}" destId="{FDB54CF2-CC95-4814-AB27-738DE01EDE33}" srcOrd="0" destOrd="0" presId="urn:microsoft.com/office/officeart/2005/8/layout/vList5"/>
    <dgm:cxn modelId="{5C8B5784-CF74-4F9D-B380-2E75451C1210}" type="presParOf" srcId="{6A62AF31-647A-4157-BE6E-3765D3BCBC30}" destId="{3B90F7AB-354C-474F-BD17-4415D3D7E4D7}" srcOrd="1" destOrd="0" presId="urn:microsoft.com/office/officeart/2005/8/layout/vList5"/>
    <dgm:cxn modelId="{612A057D-DEF5-4849-AC0C-93C54C4C8EBB}" type="presParOf" srcId="{CBEF7033-8276-4471-9A1E-BE464D7BF6A4}" destId="{BA36D31B-7CE1-4CCF-B51E-54B0CFD7ED7D}" srcOrd="3" destOrd="0" presId="urn:microsoft.com/office/officeart/2005/8/layout/vList5"/>
    <dgm:cxn modelId="{FCED859F-7509-4E91-A399-38618E6A1C28}" type="presParOf" srcId="{CBEF7033-8276-4471-9A1E-BE464D7BF6A4}" destId="{A4AE1060-CD49-48C3-9507-6658640FD35B}" srcOrd="4" destOrd="0" presId="urn:microsoft.com/office/officeart/2005/8/layout/vList5"/>
    <dgm:cxn modelId="{568B0402-CE9E-41DF-BE5A-948DEC39F339}" type="presParOf" srcId="{A4AE1060-CD49-48C3-9507-6658640FD35B}" destId="{7A51DDFF-A7ED-417B-ABF2-F06D402A14E4}" srcOrd="0" destOrd="0" presId="urn:microsoft.com/office/officeart/2005/8/layout/vList5"/>
    <dgm:cxn modelId="{07E33A91-0905-4636-A5B0-945B5E22271E}" type="presParOf" srcId="{A4AE1060-CD49-48C3-9507-6658640FD35B}" destId="{1E99C034-FE49-4C05-A699-202F5B8D9D6B}" srcOrd="1" destOrd="0" presId="urn:microsoft.com/office/officeart/2005/8/layout/vList5"/>
    <dgm:cxn modelId="{7A6DA56A-69EF-4A17-89C6-D16D7BD1BF4F}" type="presParOf" srcId="{CBEF7033-8276-4471-9A1E-BE464D7BF6A4}" destId="{E950526B-88C4-473E-86D1-AB4C5F72365A}" srcOrd="5" destOrd="0" presId="urn:microsoft.com/office/officeart/2005/8/layout/vList5"/>
    <dgm:cxn modelId="{DA548D1B-A441-40C1-A523-DF12F03393C9}" type="presParOf" srcId="{CBEF7033-8276-4471-9A1E-BE464D7BF6A4}" destId="{8C5813E3-6F42-498F-A20C-FD08A50DE7CE}" srcOrd="6" destOrd="0" presId="urn:microsoft.com/office/officeart/2005/8/layout/vList5"/>
    <dgm:cxn modelId="{994AE7BB-2712-4010-90DE-B53F6502C3F2}" type="presParOf" srcId="{8C5813E3-6F42-498F-A20C-FD08A50DE7CE}" destId="{0818DD7D-2D0F-4458-95C9-C9894DF63875}" srcOrd="0" destOrd="0" presId="urn:microsoft.com/office/officeart/2005/8/layout/vList5"/>
    <dgm:cxn modelId="{89315243-C0ED-4E83-9805-76A3D596482F}" type="presParOf" srcId="{8C5813E3-6F42-498F-A20C-FD08A50DE7CE}" destId="{0CB98AD7-1C95-44AE-9AB0-B296DF71139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8F2CF-AE8F-4E06-B42D-68146418046C}">
      <dsp:nvSpPr>
        <dsp:cNvPr id="0" name=""/>
        <dsp:cNvSpPr/>
      </dsp:nvSpPr>
      <dsp:spPr>
        <a:xfrm>
          <a:off x="4118" y="0"/>
          <a:ext cx="3962102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200" kern="1200"/>
            <a:t>ACTIVO</a:t>
          </a:r>
        </a:p>
      </dsp:txBody>
      <dsp:txXfrm>
        <a:off x="4118" y="0"/>
        <a:ext cx="3962102" cy="1357788"/>
      </dsp:txXfrm>
    </dsp:sp>
    <dsp:sp modelId="{4BEB2360-A63D-43C1-8B59-85CE51675771}">
      <dsp:nvSpPr>
        <dsp:cNvPr id="0" name=""/>
        <dsp:cNvSpPr/>
      </dsp:nvSpPr>
      <dsp:spPr>
        <a:xfrm>
          <a:off x="400329" y="1359114"/>
          <a:ext cx="3169681" cy="13646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Bienes</a:t>
          </a:r>
        </a:p>
      </dsp:txBody>
      <dsp:txXfrm>
        <a:off x="440298" y="1399083"/>
        <a:ext cx="3089743" cy="1284701"/>
      </dsp:txXfrm>
    </dsp:sp>
    <dsp:sp modelId="{7F091850-A88D-4301-A737-CCA4948AC503}">
      <dsp:nvSpPr>
        <dsp:cNvPr id="0" name=""/>
        <dsp:cNvSpPr/>
      </dsp:nvSpPr>
      <dsp:spPr>
        <a:xfrm>
          <a:off x="400329" y="2933699"/>
          <a:ext cx="3169681" cy="13646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Derechos</a:t>
          </a:r>
        </a:p>
      </dsp:txBody>
      <dsp:txXfrm>
        <a:off x="440298" y="2973668"/>
        <a:ext cx="3089743" cy="1284701"/>
      </dsp:txXfrm>
    </dsp:sp>
    <dsp:sp modelId="{E2A01843-EF63-452A-8B5D-2690334E764C}">
      <dsp:nvSpPr>
        <dsp:cNvPr id="0" name=""/>
        <dsp:cNvSpPr/>
      </dsp:nvSpPr>
      <dsp:spPr>
        <a:xfrm>
          <a:off x="4263378" y="0"/>
          <a:ext cx="3962102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200" kern="1200"/>
            <a:t>PASIVO</a:t>
          </a:r>
        </a:p>
      </dsp:txBody>
      <dsp:txXfrm>
        <a:off x="4263378" y="0"/>
        <a:ext cx="3962102" cy="1357788"/>
      </dsp:txXfrm>
    </dsp:sp>
    <dsp:sp modelId="{E5604C54-2A27-432F-944A-DC62473127B2}">
      <dsp:nvSpPr>
        <dsp:cNvPr id="0" name=""/>
        <dsp:cNvSpPr/>
      </dsp:nvSpPr>
      <dsp:spPr>
        <a:xfrm>
          <a:off x="4659589" y="1359114"/>
          <a:ext cx="3169681" cy="13646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Patrimonio neto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(Valor contable de la empresa)</a:t>
          </a:r>
        </a:p>
      </dsp:txBody>
      <dsp:txXfrm>
        <a:off x="4699558" y="1399083"/>
        <a:ext cx="3089743" cy="1284701"/>
      </dsp:txXfrm>
    </dsp:sp>
    <dsp:sp modelId="{CF3DC780-9705-46ED-BD46-D7BCD79E7BFA}">
      <dsp:nvSpPr>
        <dsp:cNvPr id="0" name=""/>
        <dsp:cNvSpPr/>
      </dsp:nvSpPr>
      <dsp:spPr>
        <a:xfrm>
          <a:off x="4659589" y="2933699"/>
          <a:ext cx="3169681" cy="13646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Pasivo (deudas)</a:t>
          </a:r>
        </a:p>
      </dsp:txBody>
      <dsp:txXfrm>
        <a:off x="4699558" y="2973668"/>
        <a:ext cx="3089743" cy="12847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E0CF7-0D25-440C-9EA4-93EA44836263}">
      <dsp:nvSpPr>
        <dsp:cNvPr id="0" name=""/>
        <dsp:cNvSpPr/>
      </dsp:nvSpPr>
      <dsp:spPr>
        <a:xfrm>
          <a:off x="3094" y="125947"/>
          <a:ext cx="1860500" cy="584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ACTIVO NO CORRIENTE</a:t>
          </a:r>
        </a:p>
      </dsp:txBody>
      <dsp:txXfrm>
        <a:off x="3094" y="125947"/>
        <a:ext cx="1860500" cy="584787"/>
      </dsp:txXfrm>
    </dsp:sp>
    <dsp:sp modelId="{0D6F43BB-F56C-40DE-AF52-CD5CBB746C50}">
      <dsp:nvSpPr>
        <dsp:cNvPr id="0" name=""/>
        <dsp:cNvSpPr/>
      </dsp:nvSpPr>
      <dsp:spPr>
        <a:xfrm>
          <a:off x="3094" y="710735"/>
          <a:ext cx="1860500" cy="3689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Terrenos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Construcciones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Maquinaria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Utillaje (herramientas)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Mobiliario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Equipos para procesos de información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Elementos de transporte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Aplicaciones informáticas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Patentes y marcas</a:t>
          </a:r>
        </a:p>
      </dsp:txBody>
      <dsp:txXfrm>
        <a:off x="3094" y="710735"/>
        <a:ext cx="1860500" cy="3689280"/>
      </dsp:txXfrm>
    </dsp:sp>
    <dsp:sp modelId="{6DC4A548-0B25-4566-BF48-5C73C9C447B5}">
      <dsp:nvSpPr>
        <dsp:cNvPr id="0" name=""/>
        <dsp:cNvSpPr/>
      </dsp:nvSpPr>
      <dsp:spPr>
        <a:xfrm>
          <a:off x="2124064" y="125947"/>
          <a:ext cx="1860500" cy="584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EXISTENCIAS</a:t>
          </a:r>
        </a:p>
      </dsp:txBody>
      <dsp:txXfrm>
        <a:off x="2124064" y="125947"/>
        <a:ext cx="1860500" cy="584787"/>
      </dsp:txXfrm>
    </dsp:sp>
    <dsp:sp modelId="{C50CC88D-8061-4AC9-893B-FBDC7A83EE6C}">
      <dsp:nvSpPr>
        <dsp:cNvPr id="0" name=""/>
        <dsp:cNvSpPr/>
      </dsp:nvSpPr>
      <dsp:spPr>
        <a:xfrm>
          <a:off x="2124064" y="710735"/>
          <a:ext cx="1860500" cy="3689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Mercaderías( artículos que se venden en la empresa sin transformar)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Materias primas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Envases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Productos en elaboración</a:t>
          </a:r>
        </a:p>
      </dsp:txBody>
      <dsp:txXfrm>
        <a:off x="2124064" y="710735"/>
        <a:ext cx="1860500" cy="3689280"/>
      </dsp:txXfrm>
    </dsp:sp>
    <dsp:sp modelId="{FD5F8A26-2885-4208-8869-AFA30330F5C9}">
      <dsp:nvSpPr>
        <dsp:cNvPr id="0" name=""/>
        <dsp:cNvSpPr/>
      </dsp:nvSpPr>
      <dsp:spPr>
        <a:xfrm>
          <a:off x="4245035" y="125947"/>
          <a:ext cx="1860500" cy="584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REALIZABLE</a:t>
          </a:r>
        </a:p>
      </dsp:txBody>
      <dsp:txXfrm>
        <a:off x="4245035" y="125947"/>
        <a:ext cx="1860500" cy="584787"/>
      </dsp:txXfrm>
    </dsp:sp>
    <dsp:sp modelId="{040C5DF5-5C5C-4086-9F94-337A50E0D986}">
      <dsp:nvSpPr>
        <dsp:cNvPr id="0" name=""/>
        <dsp:cNvSpPr/>
      </dsp:nvSpPr>
      <dsp:spPr>
        <a:xfrm>
          <a:off x="4245035" y="710735"/>
          <a:ext cx="1860500" cy="3689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Clientes ( deudas de un cliente)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Deudas de Hacienda: IVA soportado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Otros deudores</a:t>
          </a:r>
        </a:p>
      </dsp:txBody>
      <dsp:txXfrm>
        <a:off x="4245035" y="710735"/>
        <a:ext cx="1860500" cy="3689280"/>
      </dsp:txXfrm>
    </dsp:sp>
    <dsp:sp modelId="{F8715E8B-9339-44CD-911E-03B28016FEFC}">
      <dsp:nvSpPr>
        <dsp:cNvPr id="0" name=""/>
        <dsp:cNvSpPr/>
      </dsp:nvSpPr>
      <dsp:spPr>
        <a:xfrm>
          <a:off x="6366005" y="125947"/>
          <a:ext cx="1860500" cy="584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DISPONIBLE</a:t>
          </a:r>
        </a:p>
      </dsp:txBody>
      <dsp:txXfrm>
        <a:off x="6366005" y="125947"/>
        <a:ext cx="1860500" cy="584787"/>
      </dsp:txXfrm>
    </dsp:sp>
    <dsp:sp modelId="{BB8E3DB9-E366-4916-B7CC-0AE68235B5E6}">
      <dsp:nvSpPr>
        <dsp:cNvPr id="0" name=""/>
        <dsp:cNvSpPr/>
      </dsp:nvSpPr>
      <dsp:spPr>
        <a:xfrm>
          <a:off x="6366005" y="710735"/>
          <a:ext cx="1860500" cy="3689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Bancos ( dinero en efectivo en cuentas bancarias)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/>
            <a:t>Caja</a:t>
          </a:r>
        </a:p>
      </dsp:txBody>
      <dsp:txXfrm>
        <a:off x="6366005" y="710735"/>
        <a:ext cx="1860500" cy="3689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8BF9B-9000-4AEA-857F-F4716B52649D}">
      <dsp:nvSpPr>
        <dsp:cNvPr id="0" name=""/>
        <dsp:cNvSpPr/>
      </dsp:nvSpPr>
      <dsp:spPr>
        <a:xfrm>
          <a:off x="2571" y="92740"/>
          <a:ext cx="2507456" cy="689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PASIVO NO CORRIENTE</a:t>
          </a:r>
        </a:p>
      </dsp:txBody>
      <dsp:txXfrm>
        <a:off x="2571" y="92740"/>
        <a:ext cx="2507456" cy="689632"/>
      </dsp:txXfrm>
    </dsp:sp>
    <dsp:sp modelId="{C46D2A45-45D0-4936-AD86-6E63A1DA7459}">
      <dsp:nvSpPr>
        <dsp:cNvPr id="0" name=""/>
        <dsp:cNvSpPr/>
      </dsp:nvSpPr>
      <dsp:spPr>
        <a:xfrm>
          <a:off x="2571" y="782372"/>
          <a:ext cx="2507456" cy="36508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Préstamo a largo plazo </a:t>
          </a:r>
        </a:p>
      </dsp:txBody>
      <dsp:txXfrm>
        <a:off x="2571" y="782372"/>
        <a:ext cx="2507456" cy="3650849"/>
      </dsp:txXfrm>
    </dsp:sp>
    <dsp:sp modelId="{039F0A33-845C-4CEF-AB81-1058DE878A02}">
      <dsp:nvSpPr>
        <dsp:cNvPr id="0" name=""/>
        <dsp:cNvSpPr/>
      </dsp:nvSpPr>
      <dsp:spPr>
        <a:xfrm>
          <a:off x="2861071" y="92740"/>
          <a:ext cx="2507456" cy="689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PASIVO CORRIENTE</a:t>
          </a:r>
        </a:p>
      </dsp:txBody>
      <dsp:txXfrm>
        <a:off x="2861071" y="92740"/>
        <a:ext cx="2507456" cy="689632"/>
      </dsp:txXfrm>
    </dsp:sp>
    <dsp:sp modelId="{25FC9817-D46B-4E60-961F-47316A95EB9C}">
      <dsp:nvSpPr>
        <dsp:cNvPr id="0" name=""/>
        <dsp:cNvSpPr/>
      </dsp:nvSpPr>
      <dsp:spPr>
        <a:xfrm>
          <a:off x="2861071" y="782372"/>
          <a:ext cx="2507456" cy="36508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Préstamos y créditos bancarios a corto plazo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Proveedores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Acreedores: deudas con otras empresas ( ej. luz)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Deudas con Hacienda: IVA repercutido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Deudas con la Seguridad Social</a:t>
          </a:r>
        </a:p>
      </dsp:txBody>
      <dsp:txXfrm>
        <a:off x="2861071" y="782372"/>
        <a:ext cx="2507456" cy="3650849"/>
      </dsp:txXfrm>
    </dsp:sp>
    <dsp:sp modelId="{9095FD78-6E84-40B3-A106-7AA29EC8557E}">
      <dsp:nvSpPr>
        <dsp:cNvPr id="0" name=""/>
        <dsp:cNvSpPr/>
      </dsp:nvSpPr>
      <dsp:spPr>
        <a:xfrm>
          <a:off x="5719571" y="92740"/>
          <a:ext cx="2507456" cy="6896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PATRIMONIO NETO</a:t>
          </a:r>
        </a:p>
      </dsp:txBody>
      <dsp:txXfrm>
        <a:off x="5719571" y="92740"/>
        <a:ext cx="2507456" cy="689632"/>
      </dsp:txXfrm>
    </dsp:sp>
    <dsp:sp modelId="{3AF536A8-2844-4013-83AF-BF132EC7C949}">
      <dsp:nvSpPr>
        <dsp:cNvPr id="0" name=""/>
        <dsp:cNvSpPr/>
      </dsp:nvSpPr>
      <dsp:spPr>
        <a:xfrm>
          <a:off x="5719571" y="782372"/>
          <a:ext cx="2507456" cy="36508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Capital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Reservas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Resultados del ejercicio</a:t>
          </a:r>
        </a:p>
      </dsp:txBody>
      <dsp:txXfrm>
        <a:off x="5719571" y="782372"/>
        <a:ext cx="2507456" cy="36508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2E4D01-B7C3-4D70-B5D4-80D64E447E48}">
      <dsp:nvSpPr>
        <dsp:cNvPr id="0" name=""/>
        <dsp:cNvSpPr/>
      </dsp:nvSpPr>
      <dsp:spPr>
        <a:xfrm>
          <a:off x="4118" y="0"/>
          <a:ext cx="3962102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200" kern="1200"/>
            <a:t>ACTIVO</a:t>
          </a:r>
        </a:p>
      </dsp:txBody>
      <dsp:txXfrm>
        <a:off x="4118" y="0"/>
        <a:ext cx="3962102" cy="1357788"/>
      </dsp:txXfrm>
    </dsp:sp>
    <dsp:sp modelId="{DEA305F7-C7E6-406D-9AB4-043CBCD5F473}">
      <dsp:nvSpPr>
        <dsp:cNvPr id="0" name=""/>
        <dsp:cNvSpPr/>
      </dsp:nvSpPr>
      <dsp:spPr>
        <a:xfrm>
          <a:off x="400329" y="1357899"/>
          <a:ext cx="3169681" cy="6593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ACTIVO NO CORRIENTE</a:t>
          </a:r>
        </a:p>
      </dsp:txBody>
      <dsp:txXfrm>
        <a:off x="419640" y="1377210"/>
        <a:ext cx="3131059" cy="620714"/>
      </dsp:txXfrm>
    </dsp:sp>
    <dsp:sp modelId="{F7059FB1-AC5B-4548-8DC7-056F30EFD30A}">
      <dsp:nvSpPr>
        <dsp:cNvPr id="0" name=""/>
        <dsp:cNvSpPr/>
      </dsp:nvSpPr>
      <dsp:spPr>
        <a:xfrm>
          <a:off x="400329" y="2118672"/>
          <a:ext cx="3169681" cy="659336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EXISTENCIAS</a:t>
          </a:r>
        </a:p>
      </dsp:txBody>
      <dsp:txXfrm>
        <a:off x="419640" y="2137983"/>
        <a:ext cx="3131059" cy="620714"/>
      </dsp:txXfrm>
    </dsp:sp>
    <dsp:sp modelId="{CA64A64F-0014-4D5F-9AC3-6FE6E349EC1A}">
      <dsp:nvSpPr>
        <dsp:cNvPr id="0" name=""/>
        <dsp:cNvSpPr/>
      </dsp:nvSpPr>
      <dsp:spPr>
        <a:xfrm>
          <a:off x="400329" y="2879445"/>
          <a:ext cx="3169681" cy="659336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REALIZABLE</a:t>
          </a:r>
        </a:p>
      </dsp:txBody>
      <dsp:txXfrm>
        <a:off x="419640" y="2898756"/>
        <a:ext cx="3131059" cy="620714"/>
      </dsp:txXfrm>
    </dsp:sp>
    <dsp:sp modelId="{6EA35884-0D9D-4624-880B-BDA87D8C5DA7}">
      <dsp:nvSpPr>
        <dsp:cNvPr id="0" name=""/>
        <dsp:cNvSpPr/>
      </dsp:nvSpPr>
      <dsp:spPr>
        <a:xfrm>
          <a:off x="400329" y="3640217"/>
          <a:ext cx="3169681" cy="659336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DISPONIBLE</a:t>
          </a:r>
        </a:p>
      </dsp:txBody>
      <dsp:txXfrm>
        <a:off x="419640" y="3659528"/>
        <a:ext cx="3131059" cy="620714"/>
      </dsp:txXfrm>
    </dsp:sp>
    <dsp:sp modelId="{AD238C67-8E60-4943-A569-FB85BA11C2EA}">
      <dsp:nvSpPr>
        <dsp:cNvPr id="0" name=""/>
        <dsp:cNvSpPr/>
      </dsp:nvSpPr>
      <dsp:spPr>
        <a:xfrm>
          <a:off x="4263378" y="0"/>
          <a:ext cx="3962102" cy="45259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6200" kern="1200"/>
            <a:t>PASIVO</a:t>
          </a:r>
        </a:p>
      </dsp:txBody>
      <dsp:txXfrm>
        <a:off x="4263378" y="0"/>
        <a:ext cx="3962102" cy="1357788"/>
      </dsp:txXfrm>
    </dsp:sp>
    <dsp:sp modelId="{54B3B9C5-4110-47AC-882E-CB80BFA3CFCF}">
      <dsp:nvSpPr>
        <dsp:cNvPr id="0" name=""/>
        <dsp:cNvSpPr/>
      </dsp:nvSpPr>
      <dsp:spPr>
        <a:xfrm>
          <a:off x="4659589" y="1357809"/>
          <a:ext cx="3169681" cy="327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PATRIMONIO NETO </a:t>
          </a:r>
        </a:p>
      </dsp:txBody>
      <dsp:txXfrm>
        <a:off x="4669182" y="1367402"/>
        <a:ext cx="3150495" cy="308327"/>
      </dsp:txXfrm>
    </dsp:sp>
    <dsp:sp modelId="{11E1F0F4-DBB0-41A4-96BB-FECA7A3298B4}">
      <dsp:nvSpPr>
        <dsp:cNvPr id="0" name=""/>
        <dsp:cNvSpPr/>
      </dsp:nvSpPr>
      <dsp:spPr>
        <a:xfrm>
          <a:off x="4659589" y="1735709"/>
          <a:ext cx="3169681" cy="3275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PASIVO NO CORRIENTE</a:t>
          </a:r>
        </a:p>
      </dsp:txBody>
      <dsp:txXfrm>
        <a:off x="4669182" y="1745302"/>
        <a:ext cx="3150495" cy="308327"/>
      </dsp:txXfrm>
    </dsp:sp>
    <dsp:sp modelId="{6B5F06A8-D323-4B1A-8B28-100B192B6381}">
      <dsp:nvSpPr>
        <dsp:cNvPr id="0" name=""/>
        <dsp:cNvSpPr/>
      </dsp:nvSpPr>
      <dsp:spPr>
        <a:xfrm>
          <a:off x="4659589" y="2113609"/>
          <a:ext cx="3169681" cy="2186034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PASIVO CORRIENTE</a:t>
          </a:r>
        </a:p>
      </dsp:txBody>
      <dsp:txXfrm>
        <a:off x="4723616" y="2177636"/>
        <a:ext cx="3041627" cy="20579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51DDA-FB41-4901-978A-B011C066A09C}">
      <dsp:nvSpPr>
        <dsp:cNvPr id="0" name=""/>
        <dsp:cNvSpPr/>
      </dsp:nvSpPr>
      <dsp:spPr>
        <a:xfrm rot="5400000">
          <a:off x="5160327" y="-2086455"/>
          <a:ext cx="87160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INGRESOS DE LA EXPLOTACIÓN: Ventas de las mercaderías y los ingresos por servicios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GASTOS DE EXPLOTACIÓN: Alquiler, nóminas, seguridad social, mercaderías, publicidad, seguros, reparaciones, transportes, etc.</a:t>
          </a:r>
        </a:p>
      </dsp:txBody>
      <dsp:txXfrm rot="-5400000">
        <a:off x="2962656" y="153764"/>
        <a:ext cx="5224396" cy="786505"/>
      </dsp:txXfrm>
    </dsp:sp>
    <dsp:sp modelId="{47755CC4-8276-4149-B465-0EDDD68DB703}">
      <dsp:nvSpPr>
        <dsp:cNvPr id="0" name=""/>
        <dsp:cNvSpPr/>
      </dsp:nvSpPr>
      <dsp:spPr>
        <a:xfrm>
          <a:off x="0" y="2265"/>
          <a:ext cx="2962656" cy="10895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Resultado de la explotación</a:t>
          </a:r>
        </a:p>
      </dsp:txBody>
      <dsp:txXfrm>
        <a:off x="53185" y="55450"/>
        <a:ext cx="2856286" cy="983131"/>
      </dsp:txXfrm>
    </dsp:sp>
    <dsp:sp modelId="{3B90F7AB-354C-474F-BD17-4415D3D7E4D7}">
      <dsp:nvSpPr>
        <dsp:cNvPr id="0" name=""/>
        <dsp:cNvSpPr/>
      </dsp:nvSpPr>
      <dsp:spPr>
        <a:xfrm rot="5400000">
          <a:off x="5160327" y="-942478"/>
          <a:ext cx="87160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INGRESOS FINANCIEROS: Intereses de la cuenta corriente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GASTOS FINANCIEROS: Intereses por préstamo, comisiones…</a:t>
          </a:r>
        </a:p>
      </dsp:txBody>
      <dsp:txXfrm rot="-5400000">
        <a:off x="2962656" y="1297741"/>
        <a:ext cx="5224396" cy="786505"/>
      </dsp:txXfrm>
    </dsp:sp>
    <dsp:sp modelId="{FDB54CF2-CC95-4814-AB27-738DE01EDE33}">
      <dsp:nvSpPr>
        <dsp:cNvPr id="0" name=""/>
        <dsp:cNvSpPr/>
      </dsp:nvSpPr>
      <dsp:spPr>
        <a:xfrm>
          <a:off x="0" y="1146242"/>
          <a:ext cx="2962656" cy="10895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Resultado financiero</a:t>
          </a:r>
        </a:p>
      </dsp:txBody>
      <dsp:txXfrm>
        <a:off x="53185" y="1199427"/>
        <a:ext cx="2856286" cy="983131"/>
      </dsp:txXfrm>
    </dsp:sp>
    <dsp:sp modelId="{1E99C034-FE49-4C05-A699-202F5B8D9D6B}">
      <dsp:nvSpPr>
        <dsp:cNvPr id="0" name=""/>
        <dsp:cNvSpPr/>
      </dsp:nvSpPr>
      <dsp:spPr>
        <a:xfrm rot="5400000">
          <a:off x="5160327" y="201497"/>
          <a:ext cx="87160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Resultado de la explotación + Resultado financiero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Es el que se envía a Hacienda, para calcular el impuesto</a:t>
          </a:r>
        </a:p>
      </dsp:txBody>
      <dsp:txXfrm rot="-5400000">
        <a:off x="2962656" y="2441716"/>
        <a:ext cx="5224396" cy="786505"/>
      </dsp:txXfrm>
    </dsp:sp>
    <dsp:sp modelId="{7A51DDFF-A7ED-417B-ABF2-F06D402A14E4}">
      <dsp:nvSpPr>
        <dsp:cNvPr id="0" name=""/>
        <dsp:cNvSpPr/>
      </dsp:nvSpPr>
      <dsp:spPr>
        <a:xfrm>
          <a:off x="0" y="2290219"/>
          <a:ext cx="2962656" cy="10895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Resultado antes de impuestos</a:t>
          </a:r>
        </a:p>
      </dsp:txBody>
      <dsp:txXfrm>
        <a:off x="53185" y="2343404"/>
        <a:ext cx="2856286" cy="983131"/>
      </dsp:txXfrm>
    </dsp:sp>
    <dsp:sp modelId="{0CB98AD7-1C95-44AE-9AB0-B296DF711396}">
      <dsp:nvSpPr>
        <dsp:cNvPr id="0" name=""/>
        <dsp:cNvSpPr/>
      </dsp:nvSpPr>
      <dsp:spPr>
        <a:xfrm rot="5400000">
          <a:off x="5160327" y="1345474"/>
          <a:ext cx="871601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Se aplica el % de IRPF o de Impuesto de Sociedades correspondiente.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Figurará en el balance.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Cantidad a repartir entre los socios</a:t>
          </a:r>
        </a:p>
      </dsp:txBody>
      <dsp:txXfrm rot="-5400000">
        <a:off x="2962656" y="3585693"/>
        <a:ext cx="5224396" cy="786505"/>
      </dsp:txXfrm>
    </dsp:sp>
    <dsp:sp modelId="{0818DD7D-2D0F-4458-95C9-C9894DF63875}">
      <dsp:nvSpPr>
        <dsp:cNvPr id="0" name=""/>
        <dsp:cNvSpPr/>
      </dsp:nvSpPr>
      <dsp:spPr>
        <a:xfrm>
          <a:off x="0" y="3434195"/>
          <a:ext cx="2962656" cy="108950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Resultado después de impuestos</a:t>
          </a:r>
        </a:p>
      </dsp:txBody>
      <dsp:txXfrm>
        <a:off x="53185" y="3487380"/>
        <a:ext cx="2856286" cy="9831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65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926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345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592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46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695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361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94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0765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728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59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CFEAD-D6B8-4398-98DB-A7A2C4B96F63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C6727-501C-40C5-BD85-242C3938103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0507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LA CONTABILIDAD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Balance de situación</a:t>
            </a:r>
          </a:p>
          <a:p>
            <a:r>
              <a:rPr lang="es-ES"/>
              <a:t>La cuenta de resultados</a:t>
            </a:r>
          </a:p>
        </p:txBody>
      </p:sp>
    </p:spTree>
    <p:extLst>
      <p:ext uri="{BB962C8B-B14F-4D97-AF65-F5344CB8AC3E}">
        <p14:creationId xmlns:p14="http://schemas.microsoft.com/office/powerpoint/2010/main" val="2788571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BALANCE DE SITUACIÓN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40270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Elipse"/>
          <p:cNvSpPr/>
          <p:nvPr/>
        </p:nvSpPr>
        <p:spPr>
          <a:xfrm>
            <a:off x="2411760" y="6381328"/>
            <a:ext cx="331236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Activo = Pasivo</a:t>
            </a:r>
          </a:p>
        </p:txBody>
      </p:sp>
    </p:spTree>
    <p:extLst>
      <p:ext uri="{BB962C8B-B14F-4D97-AF65-F5344CB8AC3E}">
        <p14:creationId xmlns:p14="http://schemas.microsoft.com/office/powerpoint/2010/main" val="130210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ACTIVO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989774"/>
              </p:ext>
            </p:extLst>
          </p:nvPr>
        </p:nvGraphicFramePr>
        <p:xfrm>
          <a:off x="457200" y="161045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911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PASIVO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61308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839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55885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Rectángulo redondeado"/>
          <p:cNvSpPr/>
          <p:nvPr/>
        </p:nvSpPr>
        <p:spPr>
          <a:xfrm>
            <a:off x="1115616" y="548680"/>
            <a:ext cx="6624736" cy="7200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FONDO DE MANIOBRA= ACTIVO CORRIENTE- PASIVO CORRIENTE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115616" y="188640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¿Tenemos suficiente dinero para pagar las deudas a corto plazo?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2555776" y="623731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>
                <a:solidFill>
                  <a:srgbClr val="C00000"/>
                </a:solidFill>
              </a:rPr>
              <a:t>¿SUSPENSIÓN DE PAGOS ?</a:t>
            </a:r>
          </a:p>
        </p:txBody>
      </p:sp>
    </p:spTree>
    <p:extLst>
      <p:ext uri="{BB962C8B-B14F-4D97-AF65-F5344CB8AC3E}">
        <p14:creationId xmlns:p14="http://schemas.microsoft.com/office/powerpoint/2010/main" val="117213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RATIOS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Ratio de liquidez =   </a:t>
            </a:r>
            <a:r>
              <a:rPr lang="es-ES" u="sng"/>
              <a:t>AC</a:t>
            </a:r>
            <a:endParaRPr lang="es-ES"/>
          </a:p>
          <a:p>
            <a:pPr marL="0" indent="0">
              <a:buNone/>
            </a:pPr>
            <a:r>
              <a:rPr lang="es-ES"/>
              <a:t>				PC</a:t>
            </a:r>
          </a:p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r>
              <a:rPr lang="es-ES" sz="2000">
                <a:solidFill>
                  <a:srgbClr val="C00000"/>
                </a:solidFill>
              </a:rPr>
              <a:t>Recomendable entre 1 y 2. Mejor entre 1,5 y 2</a:t>
            </a:r>
          </a:p>
          <a:p>
            <a:pPr marL="0" indent="0">
              <a:buNone/>
            </a:pPr>
            <a:endParaRPr lang="es-ES"/>
          </a:p>
          <a:p>
            <a:r>
              <a:rPr lang="es-ES" sz="2800"/>
              <a:t>Ratio de endeudamiento = </a:t>
            </a:r>
            <a:r>
              <a:rPr lang="es-ES" sz="2800" u="sng"/>
              <a:t>P a s i v o</a:t>
            </a:r>
          </a:p>
          <a:p>
            <a:pPr marL="0" indent="0">
              <a:buNone/>
            </a:pPr>
            <a:r>
              <a:rPr lang="es-ES" sz="2800"/>
              <a:t>				(Pasivo+ Patrimonio neto) </a:t>
            </a:r>
            <a:endParaRPr lang="es-ES" sz="2800">
              <a:ea typeface="Calibri"/>
              <a:cs typeface="Calibri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115616" y="5661248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>
                <a:solidFill>
                  <a:srgbClr val="C00000"/>
                </a:solidFill>
              </a:rPr>
              <a:t>% que suponen las deudas</a:t>
            </a:r>
          </a:p>
          <a:p>
            <a:r>
              <a:rPr lang="es-ES">
                <a:solidFill>
                  <a:srgbClr val="C00000"/>
                </a:solidFill>
              </a:rPr>
              <a:t>Recomendable no superar el 0,6</a:t>
            </a:r>
          </a:p>
        </p:txBody>
      </p:sp>
    </p:spTree>
    <p:extLst>
      <p:ext uri="{BB962C8B-B14F-4D97-AF65-F5344CB8AC3E}">
        <p14:creationId xmlns:p14="http://schemas.microsoft.com/office/powerpoint/2010/main" val="376656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CUENTA DE RESULTADOS (Pérdidas o ganancias)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77607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7671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D81B3C2E6BB44FBF43D80D2B4778EA" ma:contentTypeVersion="3" ma:contentTypeDescription="Crear nuevo documento." ma:contentTypeScope="" ma:versionID="a4206ae106810df296770ff8b6a11d4b">
  <xsd:schema xmlns:xsd="http://www.w3.org/2001/XMLSchema" xmlns:xs="http://www.w3.org/2001/XMLSchema" xmlns:p="http://schemas.microsoft.com/office/2006/metadata/properties" xmlns:ns2="a714bc21-de37-4509-b491-7d9df166aef9" targetNamespace="http://schemas.microsoft.com/office/2006/metadata/properties" ma:root="true" ma:fieldsID="25dc20869612d64541bebf8b41d16a2b" ns2:_="">
    <xsd:import namespace="a714bc21-de37-4509-b491-7d9df166ae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4bc21-de37-4509-b491-7d9df166ae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1619788-2F1D-4AAC-A391-8CE341FF8987}">
  <ds:schemaRefs>
    <ds:schemaRef ds:uri="a714bc21-de37-4509-b491-7d9df166ae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3A017F-1F68-41C0-AF42-2F45AE2D52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424DB1-8AE6-4E78-8698-4A148F64F89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Tema de Office</vt:lpstr>
      <vt:lpstr>LA CONTABILIDAD</vt:lpstr>
      <vt:lpstr>BALANCE DE SITUACIÓN</vt:lpstr>
      <vt:lpstr>ACTIVO</vt:lpstr>
      <vt:lpstr>PASIVO</vt:lpstr>
      <vt:lpstr>PowerPoint Presentation</vt:lpstr>
      <vt:lpstr>RATIOS</vt:lpstr>
      <vt:lpstr>CUENTA DE RESULTADOS (Pérdidas o ganancias)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CONTABILIDAD</dc:title>
  <dc:creator>Educastur</dc:creator>
  <cp:revision>1</cp:revision>
  <dcterms:created xsi:type="dcterms:W3CDTF">2025-02-26T16:35:15Z</dcterms:created>
  <dcterms:modified xsi:type="dcterms:W3CDTF">2026-02-02T14:30:58Z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0x010100B0D81B3C2E6BB44FBF43D80D2B4778EA</vt:lpwstr>
  </property>
</Properties>
</file>